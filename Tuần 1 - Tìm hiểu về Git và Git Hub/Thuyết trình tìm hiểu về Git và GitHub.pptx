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1" r:id="rId1"/>
  </p:sldMasterIdLst>
  <p:sldIdLst>
    <p:sldId id="256" r:id="rId2"/>
    <p:sldId id="263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3" r:id="rId21"/>
    <p:sldId id="276" r:id="rId22"/>
    <p:sldId id="277" r:id="rId2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12" autoAdjust="0"/>
    <p:restoredTop sz="94641" autoAdjust="0"/>
  </p:normalViewPr>
  <p:slideViewPr>
    <p:cSldViewPr snapToGrid="0">
      <p:cViewPr varScale="1">
        <p:scale>
          <a:sx n="78" d="100"/>
          <a:sy n="78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4037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29791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302038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1845734"/>
            <a:ext cx="4937760" cy="40233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9352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5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2867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40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8/11/2023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87560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8/11/2023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30454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8C28A28C-4C6A-46EA-90C0-4EE0B89CC5C7}" type="datetimeFigureOut">
              <a:rPr lang="en-US" smtClean="0"/>
              <a:t>8/11/2023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521675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8/11/2023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721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9788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28A28C-4C6A-46EA-90C0-4EE0B89CC5C7}" type="datetimeFigureOut">
              <a:rPr lang="en-US" smtClean="0"/>
              <a:t>8/11/2023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EF7F31-0B8A-474A-B86C-91F3817543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95660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8C28A28C-4C6A-46EA-90C0-4EE0B89CC5C7}" type="datetimeFigureOut">
              <a:rPr lang="en-US" smtClean="0"/>
              <a:pPr/>
              <a:t>8/11/2023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5DEF7F31-0B8A-474A-B86C-91F381754329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115913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2" r:id="rId1"/>
    <p:sldLayoutId id="2147483713" r:id="rId2"/>
    <p:sldLayoutId id="2147483714" r:id="rId3"/>
    <p:sldLayoutId id="2147483715" r:id="rId4"/>
    <p:sldLayoutId id="2147483716" r:id="rId5"/>
    <p:sldLayoutId id="2147483717" r:id="rId6"/>
    <p:sldLayoutId id="2147483718" r:id="rId7"/>
    <p:sldLayoutId id="2147483719" r:id="rId8"/>
    <p:sldLayoutId id="2147483720" r:id="rId9"/>
    <p:sldLayoutId id="2147483721" r:id="rId10"/>
    <p:sldLayoutId id="214748372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github.com/signup" TargetMode="Externa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git-scm.com/downloads" TargetMode="Externa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A7648B1-AE7E-6D6A-E132-C83053ADC686}"/>
              </a:ext>
            </a:extLst>
          </p:cNvPr>
          <p:cNvSpPr/>
          <p:nvPr/>
        </p:nvSpPr>
        <p:spPr>
          <a:xfrm>
            <a:off x="2042042" y="1801008"/>
            <a:ext cx="810792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>
                <a:ln w="0"/>
                <a:solidFill>
                  <a:schemeClr val="accent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</a:rPr>
              <a:t>TÌM HIỂU VỀ GIT VÀ GITHUB</a:t>
            </a:r>
            <a:endParaRPr lang="en-US" sz="5400" b="0" cap="none" spc="0">
              <a:ln w="0"/>
              <a:solidFill>
                <a:schemeClr val="accent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D63646E-0D33-1C14-A142-1DCDBDB6B930}"/>
              </a:ext>
            </a:extLst>
          </p:cNvPr>
          <p:cNvSpPr/>
          <p:nvPr/>
        </p:nvSpPr>
        <p:spPr>
          <a:xfrm>
            <a:off x="5354213" y="3592485"/>
            <a:ext cx="5831661" cy="131818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0" cap="none" spc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Người</a:t>
            </a:r>
            <a:r>
              <a:rPr 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thực</a:t>
            </a:r>
            <a:r>
              <a:rPr 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hiện</a:t>
            </a:r>
            <a:r>
              <a:rPr 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Nguyễn Thanh Tâm</a:t>
            </a:r>
            <a:endParaRPr lang="en-US" sz="2800">
              <a:ln w="0"/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>
              <a:lnSpc>
                <a:spcPct val="150000"/>
              </a:lnSpc>
            </a:pPr>
            <a:r>
              <a:rPr lang="en-US" sz="2800" b="0" cap="none" spc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Menter</a:t>
            </a:r>
            <a:r>
              <a:rPr 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hướng</a:t>
            </a:r>
            <a:r>
              <a:rPr 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sz="2800" b="0" cap="none" spc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dẫn</a:t>
            </a:r>
            <a:r>
              <a:rPr 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: </a:t>
            </a:r>
            <a:r>
              <a:rPr lang="en-US" sz="2800" b="0" cap="none" spc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Trương</a:t>
            </a:r>
            <a:r>
              <a:rPr lang="en-US" sz="28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Minh </a:t>
            </a:r>
            <a:r>
              <a:rPr lang="en-US" sz="2800" b="0" cap="none" spc="0" err="1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Tuấn</a:t>
            </a:r>
            <a:endParaRPr lang="en-US" sz="28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2310413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01BBDA7-36A8-E714-A1F0-BADE9EEFDC3E}"/>
              </a:ext>
            </a:extLst>
          </p:cNvPr>
          <p:cNvSpPr/>
          <p:nvPr/>
        </p:nvSpPr>
        <p:spPr>
          <a:xfrm>
            <a:off x="1830672" y="2967335"/>
            <a:ext cx="8530669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>
                <a:ln w="0"/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1. Giới thiệu về Git và Git Hub</a:t>
            </a:r>
            <a:endParaRPr lang="en-US" sz="5400" b="0" cap="none" spc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55660424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DE5D8113-4880-C949-9028-B79EFA4CAC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 là gì?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7B50F85-7EDB-9B94-7A72-81B1D1BB2DFF}"/>
              </a:ext>
            </a:extLst>
          </p:cNvPr>
          <p:cNvSpPr txBox="1"/>
          <p:nvPr/>
        </p:nvSpPr>
        <p:spPr>
          <a:xfrm>
            <a:off x="1546122" y="2628161"/>
            <a:ext cx="9099756" cy="223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/>
              <a:t>Git là một </a:t>
            </a:r>
            <a:r>
              <a:rPr lang="en-US" sz="3200" b="1">
                <a:solidFill>
                  <a:srgbClr val="FF0000"/>
                </a:solidFill>
              </a:rPr>
              <a:t>công cụ dùng để quản lý mã nguồn</a:t>
            </a:r>
          </a:p>
          <a:p>
            <a:pPr algn="just">
              <a:lnSpc>
                <a:spcPct val="150000"/>
              </a:lnSpc>
            </a:pPr>
            <a:r>
              <a:rPr lang="en-US" sz="3200"/>
              <a:t>Hệ thống quản lý phiên bản phân tán</a:t>
            </a:r>
          </a:p>
          <a:p>
            <a:pPr algn="just">
              <a:lnSpc>
                <a:spcPct val="150000"/>
              </a:lnSpc>
            </a:pPr>
            <a:r>
              <a:rPr lang="en-US" sz="3200"/>
              <a:t>Được phát triển bởi Linus Torvalds vào năm 2005</a:t>
            </a:r>
          </a:p>
        </p:txBody>
      </p:sp>
    </p:spTree>
    <p:extLst>
      <p:ext uri="{BB962C8B-B14F-4D97-AF65-F5344CB8AC3E}">
        <p14:creationId xmlns:p14="http://schemas.microsoft.com/office/powerpoint/2010/main" val="3857620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5077B9-310A-58B8-AB74-D8D8611466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Git Hub là gì?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7909491-01B6-C7B2-3655-AE2416D4F6D0}"/>
              </a:ext>
            </a:extLst>
          </p:cNvPr>
          <p:cNvSpPr txBox="1"/>
          <p:nvPr/>
        </p:nvSpPr>
        <p:spPr>
          <a:xfrm>
            <a:off x="1546122" y="2564956"/>
            <a:ext cx="9099756" cy="223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/>
              <a:t>Git Hub là </a:t>
            </a:r>
            <a:r>
              <a:rPr lang="en-US" sz="3200" b="1">
                <a:solidFill>
                  <a:srgbClr val="FF0000"/>
                </a:solidFill>
              </a:rPr>
              <a:t>nơi lưu trữ mã nguồn</a:t>
            </a:r>
          </a:p>
          <a:p>
            <a:pPr algn="just">
              <a:lnSpc>
                <a:spcPct val="150000"/>
              </a:lnSpc>
            </a:pPr>
            <a:r>
              <a:rPr lang="en-US" sz="3200"/>
              <a:t>Git Hub cung cấp dịch vụ máy chủ để có thể tạo ra kho lưu trữ mã nguồn</a:t>
            </a:r>
          </a:p>
        </p:txBody>
      </p:sp>
    </p:spTree>
    <p:extLst>
      <p:ext uri="{BB962C8B-B14F-4D97-AF65-F5344CB8AC3E}">
        <p14:creationId xmlns:p14="http://schemas.microsoft.com/office/powerpoint/2010/main" val="10610393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00BBA3-A850-3D75-E066-9E46AB0BC3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Phân biệt Git và GitHub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73924597-3255-F6A6-ECC2-836E860D4FD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57412" y="1857682"/>
            <a:ext cx="7877175" cy="4381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67973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1D6988-38FE-6C3E-0CE7-E6A574A32B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Tại sao phải sử dụng Git?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9E3727A-9988-1399-ADD3-02194F3208A1}"/>
              </a:ext>
            </a:extLst>
          </p:cNvPr>
          <p:cNvSpPr txBox="1"/>
          <p:nvPr/>
        </p:nvSpPr>
        <p:spPr>
          <a:xfrm>
            <a:off x="1546122" y="2362690"/>
            <a:ext cx="9099756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 b="1">
                <a:solidFill>
                  <a:srgbClr val="FF0000"/>
                </a:solidFill>
              </a:rPr>
              <a:t>Quản lý mã nguồn </a:t>
            </a:r>
            <a:r>
              <a:rPr lang="en-US" sz="3200"/>
              <a:t>dễ dàng chuyên nghiệp</a:t>
            </a:r>
          </a:p>
          <a:p>
            <a:pPr algn="just">
              <a:lnSpc>
                <a:spcPct val="150000"/>
              </a:lnSpc>
            </a:pPr>
            <a:r>
              <a:rPr lang="en-US" sz="3200"/>
              <a:t>Hổ trợ </a:t>
            </a:r>
            <a:r>
              <a:rPr lang="en-US" sz="3200" b="1">
                <a:solidFill>
                  <a:srgbClr val="FF0000"/>
                </a:solidFill>
              </a:rPr>
              <a:t>làm nhóm </a:t>
            </a:r>
            <a:r>
              <a:rPr lang="en-US" sz="3200"/>
              <a:t>tốt hơn</a:t>
            </a:r>
          </a:p>
          <a:p>
            <a:pPr algn="just">
              <a:lnSpc>
                <a:spcPct val="150000"/>
              </a:lnSpc>
            </a:pPr>
            <a:r>
              <a:rPr lang="en-US" sz="3200"/>
              <a:t>Dễ dàng </a:t>
            </a:r>
            <a:r>
              <a:rPr lang="en-US" sz="3200" b="1">
                <a:solidFill>
                  <a:srgbClr val="FF0000"/>
                </a:solidFill>
              </a:rPr>
              <a:t>lưu trữ và phục hồi</a:t>
            </a:r>
          </a:p>
          <a:p>
            <a:pPr algn="just">
              <a:lnSpc>
                <a:spcPct val="150000"/>
              </a:lnSpc>
            </a:pPr>
            <a:r>
              <a:rPr lang="en-US" sz="3200"/>
              <a:t>Dễ dàng deployment sản phẩm</a:t>
            </a:r>
          </a:p>
        </p:txBody>
      </p:sp>
    </p:spTree>
    <p:extLst>
      <p:ext uri="{BB962C8B-B14F-4D97-AF65-F5344CB8AC3E}">
        <p14:creationId xmlns:p14="http://schemas.microsoft.com/office/powerpoint/2010/main" val="1226033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482AB-7121-6EBC-6250-FE6D12F7BF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Cách thức hoạt động của Git</a:t>
            </a:r>
          </a:p>
        </p:txBody>
      </p:sp>
      <p:pic>
        <p:nvPicPr>
          <p:cNvPr id="3" name="Picture 2" descr="A diagram of a workflow&#10;&#10;Description automatically generated">
            <a:extLst>
              <a:ext uri="{FF2B5EF4-FFF2-40B4-BE49-F238E27FC236}">
                <a16:creationId xmlns:a16="http://schemas.microsoft.com/office/drawing/2014/main" id="{AE992E30-BAAB-EE1F-87C8-45B2ABEA4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6885" y="1850678"/>
            <a:ext cx="7958230" cy="4322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76986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CDA016-624B-36F4-D832-FA3B60AF2B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257107"/>
            <a:ext cx="10972800" cy="1450757"/>
          </a:xfrm>
        </p:spPr>
        <p:txBody>
          <a:bodyPr/>
          <a:lstStyle/>
          <a:p>
            <a:pPr algn="just"/>
            <a:r>
              <a:rPr lang="en-US"/>
              <a:t>Tổng kết phần 1 – Giới thiệu về Git và Github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E5EDA19-FEC2-7784-5456-61466566598F}"/>
              </a:ext>
            </a:extLst>
          </p:cNvPr>
          <p:cNvSpPr txBox="1"/>
          <p:nvPr/>
        </p:nvSpPr>
        <p:spPr>
          <a:xfrm>
            <a:off x="1546122" y="2406935"/>
            <a:ext cx="9099756" cy="29706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en-US" sz="3200"/>
              <a:t>Git là một </a:t>
            </a:r>
            <a:r>
              <a:rPr lang="en-US" sz="3200" b="1">
                <a:solidFill>
                  <a:srgbClr val="FF0000"/>
                </a:solidFill>
              </a:rPr>
              <a:t>công cụ dùng để quản lý mã nguồn</a:t>
            </a:r>
          </a:p>
          <a:p>
            <a:pPr>
              <a:lnSpc>
                <a:spcPct val="150000"/>
              </a:lnSpc>
            </a:pPr>
            <a:r>
              <a:rPr lang="en-US" sz="3200"/>
              <a:t>Git Hub là </a:t>
            </a:r>
            <a:r>
              <a:rPr lang="en-US" sz="3200" b="1">
                <a:solidFill>
                  <a:srgbClr val="FF0000"/>
                </a:solidFill>
              </a:rPr>
              <a:t>nơi lưu trữ mã nguồn</a:t>
            </a:r>
          </a:p>
          <a:p>
            <a:pPr>
              <a:lnSpc>
                <a:spcPct val="150000"/>
              </a:lnSpc>
            </a:pPr>
            <a:r>
              <a:rPr lang="en-US" sz="3200"/>
              <a:t>Lợi ích khi sử dụng Git: </a:t>
            </a:r>
            <a:r>
              <a:rPr lang="en-US" sz="3200" b="1">
                <a:solidFill>
                  <a:srgbClr val="FF0000"/>
                </a:solidFill>
              </a:rPr>
              <a:t>Quản lí mã nguồn, làm nhóm, lưu trữ và phục hồi</a:t>
            </a:r>
          </a:p>
        </p:txBody>
      </p:sp>
    </p:spTree>
    <p:extLst>
      <p:ext uri="{BB962C8B-B14F-4D97-AF65-F5344CB8AC3E}">
        <p14:creationId xmlns:p14="http://schemas.microsoft.com/office/powerpoint/2010/main" val="286539674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CFF3D905-67C5-F930-6AFF-43A37DF5CAC4}"/>
              </a:ext>
            </a:extLst>
          </p:cNvPr>
          <p:cNvSpPr/>
          <p:nvPr/>
        </p:nvSpPr>
        <p:spPr>
          <a:xfrm>
            <a:off x="897193" y="2551837"/>
            <a:ext cx="10397613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n-US" sz="5400" b="0" cap="none" spc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2. Làm thế nào để sử dụng Git và Github để quản lý mã nguồn?</a:t>
            </a:r>
          </a:p>
        </p:txBody>
      </p:sp>
    </p:spTree>
    <p:extLst>
      <p:ext uri="{BB962C8B-B14F-4D97-AF65-F5344CB8AC3E}">
        <p14:creationId xmlns:p14="http://schemas.microsoft.com/office/powerpoint/2010/main" val="15741754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416A0E3C-60E6-4F39-BC55-5F7C224E1F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1A03258A-52C6-4288-AA56-C3262A0D25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C5025DAC-8B93-4160-B017-3A274A5828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90D0034-F768-41E7-85D4-F38C4DE857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9D945B-7844-4057-BD3E-71EE9E8A8B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77078" y="516836"/>
            <a:ext cx="3100136" cy="19602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400">
                <a:solidFill>
                  <a:srgbClr val="19535A"/>
                </a:solidFill>
              </a:rPr>
              <a:t>Tạo tài khoản GitHub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5A0A5CF6-407C-4691-8122-49DF69D00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0927" y="2633962"/>
            <a:ext cx="274320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3A6B0A27-4BD5-E04D-5C60-CC5DA4BE3B35}"/>
              </a:ext>
            </a:extLst>
          </p:cNvPr>
          <p:cNvSpPr txBox="1"/>
          <p:nvPr/>
        </p:nvSpPr>
        <p:spPr>
          <a:xfrm>
            <a:off x="492371" y="2790855"/>
            <a:ext cx="3084844" cy="3311766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1600">
                <a:solidFill>
                  <a:schemeClr val="tx1">
                    <a:lumMod val="75000"/>
                    <a:lumOff val="25000"/>
                  </a:schemeClr>
                </a:solidFill>
                <a:hlinkClick r:id="rId2"/>
              </a:rPr>
              <a:t>https://github.com/signup</a:t>
            </a: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160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pic>
        <p:nvPicPr>
          <p:cNvPr id="13" name="Picture 12" descr="A screenshot of a computer&#10;&#10;Description automatically generated">
            <a:extLst>
              <a:ext uri="{FF2B5EF4-FFF2-40B4-BE49-F238E27FC236}">
                <a16:creationId xmlns:a16="http://schemas.microsoft.com/office/drawing/2014/main" id="{5545F02C-6E66-2B5D-E264-6F1A689A71D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409" r="3379"/>
          <a:stretch/>
        </p:blipFill>
        <p:spPr>
          <a:xfrm>
            <a:off x="4075043" y="10"/>
            <a:ext cx="8111272" cy="68579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853439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F23818-C1A6-91FA-A664-54BE67E0AFB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459" y="1935350"/>
            <a:ext cx="5563082" cy="2987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785833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1287FEE9-0A37-2F88-69E6-242DC037C9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4800" y="643467"/>
            <a:ext cx="9902399" cy="50502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9987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DE3B1B8-DC38-48E8-8C31-EF790659B58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9E63FFFE-1DB2-4A0F-B495-35782F1622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32BB9A07-8AB8-4D82-B3BC-B500DDEC79A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0AB6E427-3F73-4C06-A5D5-AE52C3883B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6315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>
              <a:shade val="50000"/>
            </a:schemeClr>
          </a:lnRef>
          <a:fillRef idx="1001">
            <a:schemeClr val="lt1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D8C9BDAA-0390-4B39-9B5C-BC95E5120DA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rgbClr val="4D4F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CC21E6-F788-CBD9-F6C6-F0DDBAEC5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2370" y="516835"/>
            <a:ext cx="3084844" cy="2103875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Tải và cài đặt Git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9474001-A2F9-041A-DCA3-4D75D20E9854}"/>
              </a:ext>
            </a:extLst>
          </p:cNvPr>
          <p:cNvSpPr txBox="1"/>
          <p:nvPr/>
        </p:nvSpPr>
        <p:spPr>
          <a:xfrm>
            <a:off x="492371" y="2653800"/>
            <a:ext cx="3084844" cy="333551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r>
              <a:rPr lang="en-US" sz="1500">
                <a:solidFill>
                  <a:srgbClr val="FFFFFF"/>
                </a:solidFill>
                <a:hlinkClick r:id="rId2"/>
              </a:rPr>
              <a:t>https://git-scm.com/downloads</a:t>
            </a:r>
            <a:endParaRPr lang="en-US" sz="1500">
              <a:solidFill>
                <a:srgbClr val="FFFFFF"/>
              </a:solidFill>
            </a:endParaRPr>
          </a:p>
          <a:p>
            <a:pPr defTabSz="914400">
              <a:lnSpc>
                <a:spcPct val="90000"/>
              </a:lnSpc>
              <a:spcAft>
                <a:spcPts val="600"/>
              </a:spcAft>
              <a:buClr>
                <a:schemeClr val="accent1"/>
              </a:buClr>
              <a:buFont typeface="Calibri" panose="020F0502020204030204" pitchFamily="34" charset="0"/>
            </a:pPr>
            <a:endParaRPr lang="en-US" sz="1500">
              <a:solidFill>
                <a:srgbClr val="FFFFFF"/>
              </a:solidFill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F9DB1FE5-9D46-433B-99D1-2F1B8DC798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rgbClr val="F7BE6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4D8F252A-DAD1-4E65-3A4A-9F1999224CD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42017" y="1321594"/>
            <a:ext cx="6798082" cy="42148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701063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00CC25-92C7-8C55-9D1C-4EA162A15E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Cấu hình git trước khi sử dụng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C0D30C-8A06-BCC9-034D-7166164636E7}"/>
              </a:ext>
            </a:extLst>
          </p:cNvPr>
          <p:cNvSpPr txBox="1"/>
          <p:nvPr/>
        </p:nvSpPr>
        <p:spPr>
          <a:xfrm>
            <a:off x="1488112" y="2625213"/>
            <a:ext cx="9276735" cy="22320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/>
              <a:t>	git -l</a:t>
            </a:r>
          </a:p>
          <a:p>
            <a:pPr>
              <a:lnSpc>
                <a:spcPct val="150000"/>
              </a:lnSpc>
            </a:pPr>
            <a:r>
              <a:rPr lang="en-US" sz="3200"/>
              <a:t>	git config --global user.name “USERNAME”</a:t>
            </a:r>
          </a:p>
          <a:p>
            <a:pPr>
              <a:lnSpc>
                <a:spcPct val="150000"/>
              </a:lnSpc>
            </a:pPr>
            <a:r>
              <a:rPr lang="en-US" sz="3200"/>
              <a:t>	git config --global user.email “EMAIL”</a:t>
            </a:r>
          </a:p>
        </p:txBody>
      </p:sp>
    </p:spTree>
    <p:extLst>
      <p:ext uri="{BB962C8B-B14F-4D97-AF65-F5344CB8AC3E}">
        <p14:creationId xmlns:p14="http://schemas.microsoft.com/office/powerpoint/2010/main" val="128129536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2ADAAA-80E2-5FEB-FF61-35F49D8C68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Clone một dự án có sẵn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10FB405-32BF-E524-032F-812C0BAB883B}"/>
              </a:ext>
            </a:extLst>
          </p:cNvPr>
          <p:cNvSpPr txBox="1"/>
          <p:nvPr/>
        </p:nvSpPr>
        <p:spPr>
          <a:xfrm>
            <a:off x="2931242" y="3051653"/>
            <a:ext cx="6329516" cy="7546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en-US" sz="3200"/>
              <a:t>	git clone REPOSITORY_HTTP_URL</a:t>
            </a:r>
          </a:p>
        </p:txBody>
      </p:sp>
    </p:spTree>
    <p:extLst>
      <p:ext uri="{BB962C8B-B14F-4D97-AF65-F5344CB8AC3E}">
        <p14:creationId xmlns:p14="http://schemas.microsoft.com/office/powerpoint/2010/main" val="7076676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99FB88-1911-112A-5E91-5254CC631D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Tạo một dự án hoàn toàn mới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14ABEC4-5EE7-A978-1DAF-52419192FE09}"/>
              </a:ext>
            </a:extLst>
          </p:cNvPr>
          <p:cNvSpPr txBox="1"/>
          <p:nvPr/>
        </p:nvSpPr>
        <p:spPr>
          <a:xfrm>
            <a:off x="1837158" y="1943657"/>
            <a:ext cx="9318522" cy="39130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400"/>
              <a:t>	Tạo một Repository trên GitHub</a:t>
            </a:r>
          </a:p>
          <a:p>
            <a:pPr>
              <a:lnSpc>
                <a:spcPct val="150000"/>
              </a:lnSpc>
            </a:pPr>
            <a:r>
              <a:rPr lang="en-US" sz="2400"/>
              <a:t>	git clone REPOSITORY_HTTP_URL</a:t>
            </a:r>
            <a:br>
              <a:rPr lang="en-US" sz="2400"/>
            </a:br>
            <a:r>
              <a:rPr lang="en-US" sz="2400"/>
              <a:t>	git status</a:t>
            </a:r>
          </a:p>
          <a:p>
            <a:pPr>
              <a:lnSpc>
                <a:spcPct val="150000"/>
              </a:lnSpc>
            </a:pPr>
            <a:r>
              <a:rPr lang="en-US" sz="2400"/>
              <a:t>	git add . Hoặc git add &lt;file 1&gt; &lt;file 2&gt; …</a:t>
            </a:r>
          </a:p>
          <a:p>
            <a:pPr>
              <a:lnSpc>
                <a:spcPct val="150000"/>
              </a:lnSpc>
            </a:pPr>
            <a:r>
              <a:rPr lang="en-US" sz="2400"/>
              <a:t>	git status</a:t>
            </a:r>
          </a:p>
          <a:p>
            <a:pPr>
              <a:lnSpc>
                <a:spcPct val="150000"/>
              </a:lnSpc>
            </a:pPr>
            <a:r>
              <a:rPr lang="en-US" sz="2400"/>
              <a:t>	git commit –m “MESSAGE”</a:t>
            </a:r>
          </a:p>
          <a:p>
            <a:pPr>
              <a:lnSpc>
                <a:spcPct val="150000"/>
              </a:lnSpc>
            </a:pPr>
            <a:r>
              <a:rPr lang="en-US" sz="2400"/>
              <a:t>	git push origin BRANCH_NAME</a:t>
            </a:r>
          </a:p>
        </p:txBody>
      </p:sp>
    </p:spTree>
    <p:extLst>
      <p:ext uri="{BB962C8B-B14F-4D97-AF65-F5344CB8AC3E}">
        <p14:creationId xmlns:p14="http://schemas.microsoft.com/office/powerpoint/2010/main" val="137950046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3122F2-0BA5-71A1-B95D-B9E3BA4634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Đẩy một dự án có sẵn lên GitHub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6A73F4A-5A8F-258E-BAD8-D69AF343F7E1}"/>
              </a:ext>
            </a:extLst>
          </p:cNvPr>
          <p:cNvSpPr txBox="1"/>
          <p:nvPr/>
        </p:nvSpPr>
        <p:spPr>
          <a:xfrm>
            <a:off x="1488112" y="2061824"/>
            <a:ext cx="9276735" cy="37093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3200" b="1"/>
              <a:t>	</a:t>
            </a:r>
            <a:r>
              <a:rPr lang="en-US" sz="3200"/>
              <a:t>git init</a:t>
            </a:r>
          </a:p>
          <a:p>
            <a:pPr>
              <a:lnSpc>
                <a:spcPct val="150000"/>
              </a:lnSpc>
            </a:pPr>
            <a:r>
              <a:rPr lang="en-US" sz="3200" b="1"/>
              <a:t>	</a:t>
            </a:r>
            <a:r>
              <a:rPr lang="en-US" sz="3200"/>
              <a:t>git add .</a:t>
            </a:r>
            <a:endParaRPr lang="en-US" sz="3200" b="1"/>
          </a:p>
          <a:p>
            <a:pPr>
              <a:lnSpc>
                <a:spcPct val="150000"/>
              </a:lnSpc>
            </a:pPr>
            <a:r>
              <a:rPr lang="en-US" sz="3200" b="1"/>
              <a:t>	</a:t>
            </a:r>
            <a:r>
              <a:rPr lang="en-US" sz="3200"/>
              <a:t>git commit –m “MESSAGE”</a:t>
            </a:r>
          </a:p>
          <a:p>
            <a:pPr>
              <a:lnSpc>
                <a:spcPct val="150000"/>
              </a:lnSpc>
            </a:pPr>
            <a:r>
              <a:rPr lang="en-US" sz="3200"/>
              <a:t>	git remote add origin REPOSITORY_HTTP_URL</a:t>
            </a:r>
          </a:p>
          <a:p>
            <a:pPr>
              <a:lnSpc>
                <a:spcPct val="150000"/>
              </a:lnSpc>
            </a:pPr>
            <a:r>
              <a:rPr lang="en-US" sz="3200"/>
              <a:t>	git push origin BRANCH_NAME</a:t>
            </a:r>
          </a:p>
        </p:txBody>
      </p:sp>
    </p:spTree>
    <p:extLst>
      <p:ext uri="{BB962C8B-B14F-4D97-AF65-F5344CB8AC3E}">
        <p14:creationId xmlns:p14="http://schemas.microsoft.com/office/powerpoint/2010/main" val="264514697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741DB6-9635-51FB-E769-576AC13CE2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4632" y="227609"/>
            <a:ext cx="11562736" cy="1450757"/>
          </a:xfrm>
        </p:spPr>
        <p:txBody>
          <a:bodyPr/>
          <a:lstStyle/>
          <a:p>
            <a:r>
              <a:rPr lang="en-US"/>
              <a:t>Tổng hợp một số câu lệnh thường dùng với Git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43AA1580-4B67-A3DD-0ED7-C84B4930667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2722071"/>
              </p:ext>
            </p:extLst>
          </p:nvPr>
        </p:nvGraphicFramePr>
        <p:xfrm>
          <a:off x="2032000" y="2106015"/>
          <a:ext cx="8128000" cy="3779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7128417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45822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Câu lệnh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Ý nghĩa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15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config –g user.name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Cấu hình username cho 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97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config –g user.email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Cấu hình email cho git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56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init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Khởi tạo một kho lưu trữ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92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add 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Đẩy tất cả các file thay đổi vào stating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71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add &lt;file 1&gt; &lt;file 2&gt;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Đẩy các file mong muốn vào stating area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20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commit –m “MESSAGE”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Đánh dấu sự thay đổi của mã nguồn. Cho git biết đây là một phiên bản mới và lưu trữ phiên bản này tại local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161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push origin BRANCH_NAME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Đẩy mã nguồn lên kho lưu trữ trên 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976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656778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345D59-4B0C-2073-EC84-D779D53BB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9380" y="271855"/>
            <a:ext cx="11533239" cy="1450757"/>
          </a:xfrm>
        </p:spPr>
        <p:txBody>
          <a:bodyPr/>
          <a:lstStyle/>
          <a:p>
            <a:r>
              <a:rPr lang="en-US"/>
              <a:t>Tổng hợp một số câu lệnh thường dùng với Git</a:t>
            </a:r>
          </a:p>
        </p:txBody>
      </p:sp>
      <p:graphicFrame>
        <p:nvGraphicFramePr>
          <p:cNvPr id="3" name="Table 3">
            <a:extLst>
              <a:ext uri="{FF2B5EF4-FFF2-40B4-BE49-F238E27FC236}">
                <a16:creationId xmlns:a16="http://schemas.microsoft.com/office/drawing/2014/main" id="{5B56C8C2-384C-FF43-C5BC-9DA228C0BF2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6202409"/>
              </p:ext>
            </p:extLst>
          </p:nvPr>
        </p:nvGraphicFramePr>
        <p:xfrm>
          <a:off x="2031999" y="1870041"/>
          <a:ext cx="8128000" cy="4424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571284171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33458226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Câu lệnh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/>
                        <a:t>Ý nghĩa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8915640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remote add origin REPOSITORY_HTTP_URL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Tạo một liên kết làm việc từ xa từ kho lưu trữ local liên kết với kho lưu trữ trên cloud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92977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fetch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Tải xuống các nội dung thay đổi từ remote repo mà không làm thay đổi local repo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845635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merge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Gộp code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19281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pull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git pull = git fetch + git merge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8071697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checkout –b NEW_BRANCH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Tạo một branch mới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4420530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checkout BRANCH_NAME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Di chuyển đến branch được chỉ định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051610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branch –d BRANCH_NAME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Xóa một branch được chỉ định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0195809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git branch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Hiển thị tất cả các branch hiện tại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549767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850629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0D16AC-5CFE-5792-61A2-0CBA9D0DC2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Một số vấn đề khi làm việc với Git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F9BBDD-6FC9-E433-469F-66A1A27DAE57}"/>
              </a:ext>
            </a:extLst>
          </p:cNvPr>
          <p:cNvSpPr txBox="1"/>
          <p:nvPr/>
        </p:nvSpPr>
        <p:spPr>
          <a:xfrm>
            <a:off x="1847492" y="2993170"/>
            <a:ext cx="8922774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/>
              <a:t>Conflict</a:t>
            </a:r>
          </a:p>
          <a:p>
            <a:r>
              <a:rPr lang="en-US" sz="3200"/>
              <a:t>.gitignore</a:t>
            </a:r>
          </a:p>
        </p:txBody>
      </p:sp>
    </p:spTree>
    <p:extLst>
      <p:ext uri="{BB962C8B-B14F-4D97-AF65-F5344CB8AC3E}">
        <p14:creationId xmlns:p14="http://schemas.microsoft.com/office/powerpoint/2010/main" val="37658492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EB8A1B5F-0801-4AFF-A489-335B6A851FF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06201B52-6441-4DBA-BACE-2359775817C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334316"/>
            <a:ext cx="12192000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89DF3DBB-17DD-4058-A944-5578E18A0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FBDCECDC-EEE3-4128-AA5E-82A8C08796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380C75-398C-74B9-2400-31510B97A6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892168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Tổng kết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F3985C0-E548-44D2-B30E-F3E42DADE1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07" y="4906176"/>
            <a:ext cx="12188952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260EDE0-989C-4E16-AF94-F652294D828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07" y="4953000"/>
            <a:ext cx="12188952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641805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52C0B2E1-0268-42EC-ABD3-94F81A05BC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D2256B4-48EA-40FC-BBC0-AA1EE6E008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D44BCCA-102D-4A9D-B1E4-2450CAF0B0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8C6E698C-8155-4B8B-BDC9-B7299772B5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7D2FA1A-584D-3ED5-C012-EE0FA55E3C64}"/>
              </a:ext>
            </a:extLst>
          </p:cNvPr>
          <p:cNvSpPr>
            <a:spLocks noGrp="1"/>
          </p:cNvSpPr>
          <p:nvPr>
            <p:ph type="title" idx="4294967295"/>
          </p:nvPr>
        </p:nvSpPr>
        <p:spPr>
          <a:xfrm>
            <a:off x="965201" y="643467"/>
            <a:ext cx="6255026" cy="5054008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8000">
                <a:solidFill>
                  <a:schemeClr val="tx1">
                    <a:lumMod val="85000"/>
                    <a:lumOff val="15000"/>
                  </a:schemeClr>
                </a:solidFill>
              </a:rPr>
              <a:t>Thank You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09525C9A-1972-4836-BA7A-706C946EF4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534656" y="1391367"/>
            <a:ext cx="0" cy="3558208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Rectangle 16">
            <a:extLst>
              <a:ext uri="{FF2B5EF4-FFF2-40B4-BE49-F238E27FC236}">
                <a16:creationId xmlns:a16="http://schemas.microsoft.com/office/drawing/2014/main" id="{8A549DE7-671D-4575-AF43-858FD99981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C22D9B36-9BE7-472B-8808-7E0D681073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" y="6340942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9223181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344068"/>
      </a:dk2>
      <a:lt2>
        <a:srgbClr val="D9E0E6"/>
      </a:lt2>
      <a:accent1>
        <a:srgbClr val="1CADE4"/>
      </a:accent1>
      <a:accent2>
        <a:srgbClr val="2683C6"/>
      </a:accent2>
      <a:accent3>
        <a:srgbClr val="28C4CC"/>
      </a:accent3>
      <a:accent4>
        <a:srgbClr val="42BA97"/>
      </a:accent4>
      <a:accent5>
        <a:srgbClr val="3E8853"/>
      </a:accent5>
      <a:accent6>
        <a:srgbClr val="62A39F"/>
      </a:accent6>
      <a:hlink>
        <a:srgbClr val="6EAC1C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9CC26709-368C-4D72-9060-94E5B3FF3CD6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203</TotalTime>
  <Words>636</Words>
  <Application>Microsoft Office PowerPoint</Application>
  <PresentationFormat>Widescreen</PresentationFormat>
  <Paragraphs>87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Calibri</vt:lpstr>
      <vt:lpstr>Calibri Light</vt:lpstr>
      <vt:lpstr>Retrospect</vt:lpstr>
      <vt:lpstr>PowerPoint Presentation</vt:lpstr>
      <vt:lpstr>PowerPoint Presentation</vt:lpstr>
      <vt:lpstr>Git là gì?</vt:lpstr>
      <vt:lpstr>Git Hub là gì?</vt:lpstr>
      <vt:lpstr>Phân biệt Git và GitHub</vt:lpstr>
      <vt:lpstr>Tại sao phải sử dụng Git?</vt:lpstr>
      <vt:lpstr>Cách thức hoạt động của Git</vt:lpstr>
      <vt:lpstr>Tổng kết phần 1 – Giới thiệu về Git và Github</vt:lpstr>
      <vt:lpstr>PowerPoint Presentation</vt:lpstr>
      <vt:lpstr>Tạo tài khoản GitHub</vt:lpstr>
      <vt:lpstr>PowerPoint Presentation</vt:lpstr>
      <vt:lpstr>PowerPoint Presentation</vt:lpstr>
      <vt:lpstr>Tải và cài đặt Git</vt:lpstr>
      <vt:lpstr>Cấu hình git trước khi sử dụng</vt:lpstr>
      <vt:lpstr>Clone một dự án có sẵn</vt:lpstr>
      <vt:lpstr>Tạo một dự án hoàn toàn mới</vt:lpstr>
      <vt:lpstr>Đẩy một dự án có sẵn lên GitHub</vt:lpstr>
      <vt:lpstr>Tổng hợp một số câu lệnh thường dùng với Git</vt:lpstr>
      <vt:lpstr>Tổng hợp một số câu lệnh thường dùng với Git</vt:lpstr>
      <vt:lpstr>Một số vấn đề khi làm việc với Git</vt:lpstr>
      <vt:lpstr>Tổng kết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Thanh Tâm</dc:creator>
  <cp:lastModifiedBy>Thanh Tâm</cp:lastModifiedBy>
  <cp:revision>4</cp:revision>
  <dcterms:created xsi:type="dcterms:W3CDTF">2023-08-10T14:00:10Z</dcterms:created>
  <dcterms:modified xsi:type="dcterms:W3CDTF">2023-08-11T03:29:35Z</dcterms:modified>
</cp:coreProperties>
</file>