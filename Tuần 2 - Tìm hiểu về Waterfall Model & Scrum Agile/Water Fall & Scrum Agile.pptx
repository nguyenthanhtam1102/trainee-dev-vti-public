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5" r:id="rId18"/>
    <p:sldId id="273" r:id="rId19"/>
    <p:sldId id="280" r:id="rId20"/>
    <p:sldId id="269" r:id="rId21"/>
    <p:sldId id="277" r:id="rId22"/>
    <p:sldId id="276" r:id="rId23"/>
    <p:sldId id="284" r:id="rId24"/>
    <p:sldId id="285" r:id="rId25"/>
    <p:sldId id="283" r:id="rId26"/>
    <p:sldId id="281" r:id="rId27"/>
    <p:sldId id="282"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67" y="8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BB9B4-91F9-4227-9D5F-1870DFC28077}"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C88985C4-00DC-4A86-8367-097948341454}">
      <dgm:prSet phldrT="[Text]"/>
      <dgm:spPr/>
      <dgm:t>
        <a:bodyPr/>
        <a:lstStyle/>
        <a:p>
          <a:r>
            <a:rPr lang="en-US"/>
            <a:t>Requirement</a:t>
          </a:r>
        </a:p>
      </dgm:t>
    </dgm:pt>
    <dgm:pt modelId="{2CC7CDDE-23AC-441B-929E-8B385206F3BA}" type="parTrans" cxnId="{FE0CF2F5-3D4D-4F5C-A70D-B2F0FED2F824}">
      <dgm:prSet/>
      <dgm:spPr/>
      <dgm:t>
        <a:bodyPr/>
        <a:lstStyle/>
        <a:p>
          <a:endParaRPr lang="en-US"/>
        </a:p>
      </dgm:t>
    </dgm:pt>
    <dgm:pt modelId="{B69AD5B4-1391-43B6-92C6-4FFC5194D981}" type="sibTrans" cxnId="{FE0CF2F5-3D4D-4F5C-A70D-B2F0FED2F824}">
      <dgm:prSet/>
      <dgm:spPr/>
      <dgm:t>
        <a:bodyPr/>
        <a:lstStyle/>
        <a:p>
          <a:endParaRPr lang="en-US"/>
        </a:p>
      </dgm:t>
    </dgm:pt>
    <dgm:pt modelId="{F5CD403C-C329-4A89-B4B1-D8CF893BD09E}">
      <dgm:prSet phldrT="[Text]"/>
      <dgm:spPr/>
      <dgm:t>
        <a:bodyPr/>
        <a:lstStyle/>
        <a:p>
          <a:r>
            <a:rPr lang="en-US"/>
            <a:t>Thu thập yêu cầu</a:t>
          </a:r>
        </a:p>
      </dgm:t>
    </dgm:pt>
    <dgm:pt modelId="{3CEA7C7A-70CF-45FA-B353-558FCE9ACB93}" type="parTrans" cxnId="{7FF2E44F-132F-4BE1-B612-51F28E8D6A05}">
      <dgm:prSet/>
      <dgm:spPr/>
      <dgm:t>
        <a:bodyPr/>
        <a:lstStyle/>
        <a:p>
          <a:endParaRPr lang="en-US"/>
        </a:p>
      </dgm:t>
    </dgm:pt>
    <dgm:pt modelId="{39532804-1CE0-4731-8C64-A7EAA8189EA2}" type="sibTrans" cxnId="{7FF2E44F-132F-4BE1-B612-51F28E8D6A05}">
      <dgm:prSet/>
      <dgm:spPr/>
      <dgm:t>
        <a:bodyPr/>
        <a:lstStyle/>
        <a:p>
          <a:endParaRPr lang="en-US"/>
        </a:p>
      </dgm:t>
    </dgm:pt>
    <dgm:pt modelId="{E8363C4E-9055-48D2-AADD-BC61102ECDEE}">
      <dgm:prSet phldrT="[Text]"/>
      <dgm:spPr/>
      <dgm:t>
        <a:bodyPr/>
        <a:lstStyle/>
        <a:p>
          <a:r>
            <a:rPr lang="en-US"/>
            <a:t>Design</a:t>
          </a:r>
        </a:p>
      </dgm:t>
    </dgm:pt>
    <dgm:pt modelId="{BEB6AC9F-0DE4-4E3C-B113-80C5F7B4AAE8}" type="parTrans" cxnId="{F605F388-FF47-48B0-8D2F-E034371B3B89}">
      <dgm:prSet/>
      <dgm:spPr/>
      <dgm:t>
        <a:bodyPr/>
        <a:lstStyle/>
        <a:p>
          <a:endParaRPr lang="en-US"/>
        </a:p>
      </dgm:t>
    </dgm:pt>
    <dgm:pt modelId="{48F89B12-E674-4C95-B175-3F26A251326E}" type="sibTrans" cxnId="{F605F388-FF47-48B0-8D2F-E034371B3B89}">
      <dgm:prSet/>
      <dgm:spPr/>
      <dgm:t>
        <a:bodyPr/>
        <a:lstStyle/>
        <a:p>
          <a:endParaRPr lang="en-US"/>
        </a:p>
      </dgm:t>
    </dgm:pt>
    <dgm:pt modelId="{959E3998-26F4-4B0F-8778-1168AC573212}">
      <dgm:prSet phldrT="[Text]"/>
      <dgm:spPr/>
      <dgm:t>
        <a:bodyPr/>
        <a:lstStyle/>
        <a:p>
          <a:r>
            <a:rPr lang="en-US"/>
            <a:t>Thiết kế</a:t>
          </a:r>
        </a:p>
      </dgm:t>
    </dgm:pt>
    <dgm:pt modelId="{7B559B00-0F08-44D4-AB97-9C5EF15D126B}" type="parTrans" cxnId="{36A6AEB5-40C6-4FAB-BFBE-A260BB380850}">
      <dgm:prSet/>
      <dgm:spPr/>
      <dgm:t>
        <a:bodyPr/>
        <a:lstStyle/>
        <a:p>
          <a:endParaRPr lang="en-US"/>
        </a:p>
      </dgm:t>
    </dgm:pt>
    <dgm:pt modelId="{4729B6C0-1E58-4A34-90CE-AB220D9776E6}" type="sibTrans" cxnId="{36A6AEB5-40C6-4FAB-BFBE-A260BB380850}">
      <dgm:prSet/>
      <dgm:spPr/>
      <dgm:t>
        <a:bodyPr/>
        <a:lstStyle/>
        <a:p>
          <a:endParaRPr lang="en-US"/>
        </a:p>
      </dgm:t>
    </dgm:pt>
    <dgm:pt modelId="{50FD3493-5AD3-4F79-B436-37C36D66BC0D}">
      <dgm:prSet phldrT="[Text]"/>
      <dgm:spPr/>
      <dgm:t>
        <a:bodyPr/>
        <a:lstStyle/>
        <a:p>
          <a:r>
            <a:rPr lang="en-US"/>
            <a:t>Implementation</a:t>
          </a:r>
        </a:p>
      </dgm:t>
    </dgm:pt>
    <dgm:pt modelId="{6137D61E-29E6-42D1-AC12-905D02B58978}" type="parTrans" cxnId="{23C7D91C-4571-4936-9603-D39BE19EAA18}">
      <dgm:prSet/>
      <dgm:spPr/>
      <dgm:t>
        <a:bodyPr/>
        <a:lstStyle/>
        <a:p>
          <a:endParaRPr lang="en-US"/>
        </a:p>
      </dgm:t>
    </dgm:pt>
    <dgm:pt modelId="{67421BA2-6DF1-49BC-8FF2-6FEBA6CEF83A}" type="sibTrans" cxnId="{23C7D91C-4571-4936-9603-D39BE19EAA18}">
      <dgm:prSet/>
      <dgm:spPr/>
      <dgm:t>
        <a:bodyPr/>
        <a:lstStyle/>
        <a:p>
          <a:endParaRPr lang="en-US"/>
        </a:p>
      </dgm:t>
    </dgm:pt>
    <dgm:pt modelId="{EB65DF87-CB33-4F16-83A3-22D138AAE3ED}">
      <dgm:prSet phldrT="[Text]"/>
      <dgm:spPr/>
      <dgm:t>
        <a:bodyPr/>
        <a:lstStyle/>
        <a:p>
          <a:r>
            <a:rPr lang="en-US"/>
            <a:t>Hiện thực</a:t>
          </a:r>
        </a:p>
      </dgm:t>
    </dgm:pt>
    <dgm:pt modelId="{F7692BF8-8D85-4F4C-BE71-D7ACBA807EAD}" type="parTrans" cxnId="{8F09BC3E-1049-425C-A3FE-555F89690DB1}">
      <dgm:prSet/>
      <dgm:spPr/>
      <dgm:t>
        <a:bodyPr/>
        <a:lstStyle/>
        <a:p>
          <a:endParaRPr lang="en-US"/>
        </a:p>
      </dgm:t>
    </dgm:pt>
    <dgm:pt modelId="{321DECD9-98C8-42AD-9F32-926A58FA5B2E}" type="sibTrans" cxnId="{8F09BC3E-1049-425C-A3FE-555F89690DB1}">
      <dgm:prSet/>
      <dgm:spPr/>
      <dgm:t>
        <a:bodyPr/>
        <a:lstStyle/>
        <a:p>
          <a:endParaRPr lang="en-US"/>
        </a:p>
      </dgm:t>
    </dgm:pt>
    <dgm:pt modelId="{A2E863BA-48DB-4020-853C-240012FC534F}">
      <dgm:prSet/>
      <dgm:spPr/>
      <dgm:t>
        <a:bodyPr/>
        <a:lstStyle/>
        <a:p>
          <a:r>
            <a:rPr lang="en-US"/>
            <a:t>Testing</a:t>
          </a:r>
        </a:p>
      </dgm:t>
    </dgm:pt>
    <dgm:pt modelId="{8A942237-16F3-47E2-8F72-5C04309C0885}" type="parTrans" cxnId="{9BCF2A92-9A3F-4547-8C24-48E459F2358C}">
      <dgm:prSet/>
      <dgm:spPr/>
      <dgm:t>
        <a:bodyPr/>
        <a:lstStyle/>
        <a:p>
          <a:endParaRPr lang="en-US"/>
        </a:p>
      </dgm:t>
    </dgm:pt>
    <dgm:pt modelId="{A32C769D-CE62-4C97-A119-30519ED55EB4}" type="sibTrans" cxnId="{9BCF2A92-9A3F-4547-8C24-48E459F2358C}">
      <dgm:prSet/>
      <dgm:spPr/>
      <dgm:t>
        <a:bodyPr/>
        <a:lstStyle/>
        <a:p>
          <a:endParaRPr lang="en-US"/>
        </a:p>
      </dgm:t>
    </dgm:pt>
    <dgm:pt modelId="{CB56CF59-6E87-4348-B467-B4158109C00B}">
      <dgm:prSet/>
      <dgm:spPr/>
      <dgm:t>
        <a:bodyPr/>
        <a:lstStyle/>
        <a:p>
          <a:r>
            <a:rPr lang="en-US"/>
            <a:t>Deploy</a:t>
          </a:r>
        </a:p>
      </dgm:t>
    </dgm:pt>
    <dgm:pt modelId="{C6EE0DFC-F997-41BA-A3B4-A5A355AE6288}" type="parTrans" cxnId="{88D45B33-9593-4D1F-81FA-1D509DADF712}">
      <dgm:prSet/>
      <dgm:spPr/>
      <dgm:t>
        <a:bodyPr/>
        <a:lstStyle/>
        <a:p>
          <a:endParaRPr lang="en-US"/>
        </a:p>
      </dgm:t>
    </dgm:pt>
    <dgm:pt modelId="{B87EC533-3EDD-4374-9943-C68D87AEEC87}" type="sibTrans" cxnId="{88D45B33-9593-4D1F-81FA-1D509DADF712}">
      <dgm:prSet/>
      <dgm:spPr/>
      <dgm:t>
        <a:bodyPr/>
        <a:lstStyle/>
        <a:p>
          <a:endParaRPr lang="en-US"/>
        </a:p>
      </dgm:t>
    </dgm:pt>
    <dgm:pt modelId="{98F7584F-918C-41C9-AFAC-7182D3D14F7B}">
      <dgm:prSet/>
      <dgm:spPr/>
      <dgm:t>
        <a:bodyPr/>
        <a:lstStyle/>
        <a:p>
          <a:r>
            <a:rPr lang="en-US"/>
            <a:t>Kiểm thử</a:t>
          </a:r>
        </a:p>
      </dgm:t>
    </dgm:pt>
    <dgm:pt modelId="{58F1B4DE-5AEE-4ECB-B4D6-1002D9E654C2}" type="parTrans" cxnId="{3AB04965-0160-411F-AA7B-98F07D1BA8FF}">
      <dgm:prSet/>
      <dgm:spPr/>
      <dgm:t>
        <a:bodyPr/>
        <a:lstStyle/>
        <a:p>
          <a:endParaRPr lang="en-US"/>
        </a:p>
      </dgm:t>
    </dgm:pt>
    <dgm:pt modelId="{9316FA3B-A3C6-422D-82B0-D956C8AA5404}" type="sibTrans" cxnId="{3AB04965-0160-411F-AA7B-98F07D1BA8FF}">
      <dgm:prSet/>
      <dgm:spPr/>
      <dgm:t>
        <a:bodyPr/>
        <a:lstStyle/>
        <a:p>
          <a:endParaRPr lang="en-US"/>
        </a:p>
      </dgm:t>
    </dgm:pt>
    <dgm:pt modelId="{57916FEE-E35C-4751-AEE1-296CE92ED77E}">
      <dgm:prSet/>
      <dgm:spPr/>
      <dgm:t>
        <a:bodyPr/>
        <a:lstStyle/>
        <a:p>
          <a:r>
            <a:rPr lang="en-US"/>
            <a:t>Triển khai</a:t>
          </a:r>
        </a:p>
      </dgm:t>
    </dgm:pt>
    <dgm:pt modelId="{07102BA0-A322-4B7F-8D11-4B0C0EF2B4AB}" type="parTrans" cxnId="{9BFAE5CF-B7CA-411E-8DF3-95C1012C68C5}">
      <dgm:prSet/>
      <dgm:spPr/>
      <dgm:t>
        <a:bodyPr/>
        <a:lstStyle/>
        <a:p>
          <a:endParaRPr lang="en-US"/>
        </a:p>
      </dgm:t>
    </dgm:pt>
    <dgm:pt modelId="{11888B16-0003-4B7D-8343-F0A5A32C2D44}" type="sibTrans" cxnId="{9BFAE5CF-B7CA-411E-8DF3-95C1012C68C5}">
      <dgm:prSet/>
      <dgm:spPr/>
      <dgm:t>
        <a:bodyPr/>
        <a:lstStyle/>
        <a:p>
          <a:endParaRPr lang="en-US"/>
        </a:p>
      </dgm:t>
    </dgm:pt>
    <dgm:pt modelId="{9F5D18B5-768D-4FDA-B414-844B392046F8}" type="pres">
      <dgm:prSet presAssocID="{A58BB9B4-91F9-4227-9D5F-1870DFC28077}" presName="rootnode" presStyleCnt="0">
        <dgm:presLayoutVars>
          <dgm:chMax/>
          <dgm:chPref/>
          <dgm:dir/>
          <dgm:animLvl val="lvl"/>
        </dgm:presLayoutVars>
      </dgm:prSet>
      <dgm:spPr/>
    </dgm:pt>
    <dgm:pt modelId="{87CCF3C4-5A8E-41B8-AC45-D4A37826DB2C}" type="pres">
      <dgm:prSet presAssocID="{C88985C4-00DC-4A86-8367-097948341454}" presName="composite" presStyleCnt="0"/>
      <dgm:spPr/>
    </dgm:pt>
    <dgm:pt modelId="{EB3A44A5-2BB6-43DC-9CE2-0F15D1EDD97A}" type="pres">
      <dgm:prSet presAssocID="{C88985C4-00DC-4A86-8367-097948341454}" presName="bentUpArrow1" presStyleLbl="alignImgPlace1" presStyleIdx="0" presStyleCnt="4"/>
      <dgm:spPr/>
    </dgm:pt>
    <dgm:pt modelId="{A741CF60-6B44-441E-8E76-1913AD5B36B0}" type="pres">
      <dgm:prSet presAssocID="{C88985C4-00DC-4A86-8367-097948341454}" presName="ParentText" presStyleLbl="node1" presStyleIdx="0" presStyleCnt="5">
        <dgm:presLayoutVars>
          <dgm:chMax val="1"/>
          <dgm:chPref val="1"/>
          <dgm:bulletEnabled val="1"/>
        </dgm:presLayoutVars>
      </dgm:prSet>
      <dgm:spPr/>
    </dgm:pt>
    <dgm:pt modelId="{8389AE43-E130-4893-8FD8-9A4ECEEEB7EF}" type="pres">
      <dgm:prSet presAssocID="{C88985C4-00DC-4A86-8367-097948341454}" presName="ChildText" presStyleLbl="revTx" presStyleIdx="0" presStyleCnt="5">
        <dgm:presLayoutVars>
          <dgm:chMax val="0"/>
          <dgm:chPref val="0"/>
          <dgm:bulletEnabled val="1"/>
        </dgm:presLayoutVars>
      </dgm:prSet>
      <dgm:spPr/>
    </dgm:pt>
    <dgm:pt modelId="{DE8758CB-DBE3-4DB2-8E8D-0AD66569E2D7}" type="pres">
      <dgm:prSet presAssocID="{B69AD5B4-1391-43B6-92C6-4FFC5194D981}" presName="sibTrans" presStyleCnt="0"/>
      <dgm:spPr/>
    </dgm:pt>
    <dgm:pt modelId="{559FBF9A-7FB9-4A10-BE70-80DFADEC4856}" type="pres">
      <dgm:prSet presAssocID="{E8363C4E-9055-48D2-AADD-BC61102ECDEE}" presName="composite" presStyleCnt="0"/>
      <dgm:spPr/>
    </dgm:pt>
    <dgm:pt modelId="{287E8009-4314-43F5-A59C-DCE4040B18C7}" type="pres">
      <dgm:prSet presAssocID="{E8363C4E-9055-48D2-AADD-BC61102ECDEE}" presName="bentUpArrow1" presStyleLbl="alignImgPlace1" presStyleIdx="1" presStyleCnt="4"/>
      <dgm:spPr/>
    </dgm:pt>
    <dgm:pt modelId="{D22CB8E3-D530-4750-B464-11CC3E8D72EB}" type="pres">
      <dgm:prSet presAssocID="{E8363C4E-9055-48D2-AADD-BC61102ECDEE}" presName="ParentText" presStyleLbl="node1" presStyleIdx="1" presStyleCnt="5">
        <dgm:presLayoutVars>
          <dgm:chMax val="1"/>
          <dgm:chPref val="1"/>
          <dgm:bulletEnabled val="1"/>
        </dgm:presLayoutVars>
      </dgm:prSet>
      <dgm:spPr/>
    </dgm:pt>
    <dgm:pt modelId="{0A2032C6-0E29-4333-BBA2-35C6E2CE32C3}" type="pres">
      <dgm:prSet presAssocID="{E8363C4E-9055-48D2-AADD-BC61102ECDEE}" presName="ChildText" presStyleLbl="revTx" presStyleIdx="1" presStyleCnt="5">
        <dgm:presLayoutVars>
          <dgm:chMax val="0"/>
          <dgm:chPref val="0"/>
          <dgm:bulletEnabled val="1"/>
        </dgm:presLayoutVars>
      </dgm:prSet>
      <dgm:spPr/>
    </dgm:pt>
    <dgm:pt modelId="{9AC3BABC-22E6-4379-9F87-3773FBB17FF1}" type="pres">
      <dgm:prSet presAssocID="{48F89B12-E674-4C95-B175-3F26A251326E}" presName="sibTrans" presStyleCnt="0"/>
      <dgm:spPr/>
    </dgm:pt>
    <dgm:pt modelId="{BF04FDA1-0D79-4ACE-8E67-1A33F6348C45}" type="pres">
      <dgm:prSet presAssocID="{50FD3493-5AD3-4F79-B436-37C36D66BC0D}" presName="composite" presStyleCnt="0"/>
      <dgm:spPr/>
    </dgm:pt>
    <dgm:pt modelId="{70BAE6EA-5AA1-44FF-8ABD-884F1B346255}" type="pres">
      <dgm:prSet presAssocID="{50FD3493-5AD3-4F79-B436-37C36D66BC0D}" presName="bentUpArrow1" presStyleLbl="alignImgPlace1" presStyleIdx="2" presStyleCnt="4"/>
      <dgm:spPr/>
    </dgm:pt>
    <dgm:pt modelId="{A5ABD5D5-9FD1-4435-A109-A430F0C15A98}" type="pres">
      <dgm:prSet presAssocID="{50FD3493-5AD3-4F79-B436-37C36D66BC0D}" presName="ParentText" presStyleLbl="node1" presStyleIdx="2" presStyleCnt="5">
        <dgm:presLayoutVars>
          <dgm:chMax val="1"/>
          <dgm:chPref val="1"/>
          <dgm:bulletEnabled val="1"/>
        </dgm:presLayoutVars>
      </dgm:prSet>
      <dgm:spPr/>
    </dgm:pt>
    <dgm:pt modelId="{57C52D55-A03B-429D-BCAC-54CACE173EA0}" type="pres">
      <dgm:prSet presAssocID="{50FD3493-5AD3-4F79-B436-37C36D66BC0D}" presName="ChildText" presStyleLbl="revTx" presStyleIdx="2" presStyleCnt="5">
        <dgm:presLayoutVars>
          <dgm:chMax val="0"/>
          <dgm:chPref val="0"/>
          <dgm:bulletEnabled val="1"/>
        </dgm:presLayoutVars>
      </dgm:prSet>
      <dgm:spPr/>
    </dgm:pt>
    <dgm:pt modelId="{490030A6-F124-4C76-A0BF-232066F71090}" type="pres">
      <dgm:prSet presAssocID="{67421BA2-6DF1-49BC-8FF2-6FEBA6CEF83A}" presName="sibTrans" presStyleCnt="0"/>
      <dgm:spPr/>
    </dgm:pt>
    <dgm:pt modelId="{72BC782D-8345-49E6-9C5E-60591C214AF2}" type="pres">
      <dgm:prSet presAssocID="{A2E863BA-48DB-4020-853C-240012FC534F}" presName="composite" presStyleCnt="0"/>
      <dgm:spPr/>
    </dgm:pt>
    <dgm:pt modelId="{C1E285BA-0738-4237-89EB-8D6E79772D75}" type="pres">
      <dgm:prSet presAssocID="{A2E863BA-48DB-4020-853C-240012FC534F}" presName="bentUpArrow1" presStyleLbl="alignImgPlace1" presStyleIdx="3" presStyleCnt="4"/>
      <dgm:spPr/>
    </dgm:pt>
    <dgm:pt modelId="{BB4245F6-E82A-4BC0-A32C-3E9A7841E2FD}" type="pres">
      <dgm:prSet presAssocID="{A2E863BA-48DB-4020-853C-240012FC534F}" presName="ParentText" presStyleLbl="node1" presStyleIdx="3" presStyleCnt="5">
        <dgm:presLayoutVars>
          <dgm:chMax val="1"/>
          <dgm:chPref val="1"/>
          <dgm:bulletEnabled val="1"/>
        </dgm:presLayoutVars>
      </dgm:prSet>
      <dgm:spPr/>
    </dgm:pt>
    <dgm:pt modelId="{A5C98000-11AE-4357-A1E1-516F20B2F084}" type="pres">
      <dgm:prSet presAssocID="{A2E863BA-48DB-4020-853C-240012FC534F}" presName="ChildText" presStyleLbl="revTx" presStyleIdx="3" presStyleCnt="5">
        <dgm:presLayoutVars>
          <dgm:chMax val="0"/>
          <dgm:chPref val="0"/>
          <dgm:bulletEnabled val="1"/>
        </dgm:presLayoutVars>
      </dgm:prSet>
      <dgm:spPr/>
    </dgm:pt>
    <dgm:pt modelId="{DD2B8334-3175-4AED-ABD2-8209016CE7E3}" type="pres">
      <dgm:prSet presAssocID="{A32C769D-CE62-4C97-A119-30519ED55EB4}" presName="sibTrans" presStyleCnt="0"/>
      <dgm:spPr/>
    </dgm:pt>
    <dgm:pt modelId="{DE3CA651-CE5A-4652-BEF2-BDD9C98BFA51}" type="pres">
      <dgm:prSet presAssocID="{CB56CF59-6E87-4348-B467-B4158109C00B}" presName="composite" presStyleCnt="0"/>
      <dgm:spPr/>
    </dgm:pt>
    <dgm:pt modelId="{ED4B62B4-0438-460A-9DB0-690F99388CF4}" type="pres">
      <dgm:prSet presAssocID="{CB56CF59-6E87-4348-B467-B4158109C00B}" presName="ParentText" presStyleLbl="node1" presStyleIdx="4" presStyleCnt="5">
        <dgm:presLayoutVars>
          <dgm:chMax val="1"/>
          <dgm:chPref val="1"/>
          <dgm:bulletEnabled val="1"/>
        </dgm:presLayoutVars>
      </dgm:prSet>
      <dgm:spPr/>
    </dgm:pt>
    <dgm:pt modelId="{A8A5FB1F-C1B3-451D-9047-39B31FB9C8D9}" type="pres">
      <dgm:prSet presAssocID="{CB56CF59-6E87-4348-B467-B4158109C00B}" presName="FinalChildText" presStyleLbl="revTx" presStyleIdx="4" presStyleCnt="5">
        <dgm:presLayoutVars>
          <dgm:chMax val="0"/>
          <dgm:chPref val="0"/>
          <dgm:bulletEnabled val="1"/>
        </dgm:presLayoutVars>
      </dgm:prSet>
      <dgm:spPr/>
    </dgm:pt>
  </dgm:ptLst>
  <dgm:cxnLst>
    <dgm:cxn modelId="{3FA2BA08-E335-4CF3-A1B2-F54911F26F9C}" type="presOf" srcId="{57916FEE-E35C-4751-AEE1-296CE92ED77E}" destId="{A8A5FB1F-C1B3-451D-9047-39B31FB9C8D9}" srcOrd="0" destOrd="0" presId="urn:microsoft.com/office/officeart/2005/8/layout/StepDownProcess"/>
    <dgm:cxn modelId="{6ADAF211-380E-4BD1-ADA0-E8C8A4368D49}" type="presOf" srcId="{A58BB9B4-91F9-4227-9D5F-1870DFC28077}" destId="{9F5D18B5-768D-4FDA-B414-844B392046F8}" srcOrd="0" destOrd="0" presId="urn:microsoft.com/office/officeart/2005/8/layout/StepDownProcess"/>
    <dgm:cxn modelId="{23C7D91C-4571-4936-9603-D39BE19EAA18}" srcId="{A58BB9B4-91F9-4227-9D5F-1870DFC28077}" destId="{50FD3493-5AD3-4F79-B436-37C36D66BC0D}" srcOrd="2" destOrd="0" parTransId="{6137D61E-29E6-42D1-AC12-905D02B58978}" sibTransId="{67421BA2-6DF1-49BC-8FF2-6FEBA6CEF83A}"/>
    <dgm:cxn modelId="{867CB328-6698-4B8C-88D4-6F67F2C2C814}" type="presOf" srcId="{CB56CF59-6E87-4348-B467-B4158109C00B}" destId="{ED4B62B4-0438-460A-9DB0-690F99388CF4}" srcOrd="0" destOrd="0" presId="urn:microsoft.com/office/officeart/2005/8/layout/StepDownProcess"/>
    <dgm:cxn modelId="{88D45B33-9593-4D1F-81FA-1D509DADF712}" srcId="{A58BB9B4-91F9-4227-9D5F-1870DFC28077}" destId="{CB56CF59-6E87-4348-B467-B4158109C00B}" srcOrd="4" destOrd="0" parTransId="{C6EE0DFC-F997-41BA-A3B4-A5A355AE6288}" sibTransId="{B87EC533-3EDD-4374-9943-C68D87AEEC87}"/>
    <dgm:cxn modelId="{8F09BC3E-1049-425C-A3FE-555F89690DB1}" srcId="{50FD3493-5AD3-4F79-B436-37C36D66BC0D}" destId="{EB65DF87-CB33-4F16-83A3-22D138AAE3ED}" srcOrd="0" destOrd="0" parTransId="{F7692BF8-8D85-4F4C-BE71-D7ACBA807EAD}" sibTransId="{321DECD9-98C8-42AD-9F32-926A58FA5B2E}"/>
    <dgm:cxn modelId="{0141DE5F-734F-49CE-A59B-086361444372}" type="presOf" srcId="{98F7584F-918C-41C9-AFAC-7182D3D14F7B}" destId="{A5C98000-11AE-4357-A1E1-516F20B2F084}" srcOrd="0" destOrd="0" presId="urn:microsoft.com/office/officeart/2005/8/layout/StepDownProcess"/>
    <dgm:cxn modelId="{FD302445-65E7-44EF-80BB-A51DD233A48F}" type="presOf" srcId="{EB65DF87-CB33-4F16-83A3-22D138AAE3ED}" destId="{57C52D55-A03B-429D-BCAC-54CACE173EA0}" srcOrd="0" destOrd="0" presId="urn:microsoft.com/office/officeart/2005/8/layout/StepDownProcess"/>
    <dgm:cxn modelId="{3AB04965-0160-411F-AA7B-98F07D1BA8FF}" srcId="{A2E863BA-48DB-4020-853C-240012FC534F}" destId="{98F7584F-918C-41C9-AFAC-7182D3D14F7B}" srcOrd="0" destOrd="0" parTransId="{58F1B4DE-5AEE-4ECB-B4D6-1002D9E654C2}" sibTransId="{9316FA3B-A3C6-422D-82B0-D956C8AA5404}"/>
    <dgm:cxn modelId="{7FF2E44F-132F-4BE1-B612-51F28E8D6A05}" srcId="{C88985C4-00DC-4A86-8367-097948341454}" destId="{F5CD403C-C329-4A89-B4B1-D8CF893BD09E}" srcOrd="0" destOrd="0" parTransId="{3CEA7C7A-70CF-45FA-B353-558FCE9ACB93}" sibTransId="{39532804-1CE0-4731-8C64-A7EAA8189EA2}"/>
    <dgm:cxn modelId="{1EE3C157-542E-4326-BFCC-841D4AEA9EB7}" type="presOf" srcId="{959E3998-26F4-4B0F-8778-1168AC573212}" destId="{0A2032C6-0E29-4333-BBA2-35C6E2CE32C3}" srcOrd="0" destOrd="0" presId="urn:microsoft.com/office/officeart/2005/8/layout/StepDownProcess"/>
    <dgm:cxn modelId="{458BE982-F676-44BB-9236-4359B75FA85C}" type="presOf" srcId="{A2E863BA-48DB-4020-853C-240012FC534F}" destId="{BB4245F6-E82A-4BC0-A32C-3E9A7841E2FD}" srcOrd="0" destOrd="0" presId="urn:microsoft.com/office/officeart/2005/8/layout/StepDownProcess"/>
    <dgm:cxn modelId="{F605F388-FF47-48B0-8D2F-E034371B3B89}" srcId="{A58BB9B4-91F9-4227-9D5F-1870DFC28077}" destId="{E8363C4E-9055-48D2-AADD-BC61102ECDEE}" srcOrd="1" destOrd="0" parTransId="{BEB6AC9F-0DE4-4E3C-B113-80C5F7B4AAE8}" sibTransId="{48F89B12-E674-4C95-B175-3F26A251326E}"/>
    <dgm:cxn modelId="{E7E77D8F-2469-4305-A867-E7E66EB43B52}" type="presOf" srcId="{E8363C4E-9055-48D2-AADD-BC61102ECDEE}" destId="{D22CB8E3-D530-4750-B464-11CC3E8D72EB}" srcOrd="0" destOrd="0" presId="urn:microsoft.com/office/officeart/2005/8/layout/StepDownProcess"/>
    <dgm:cxn modelId="{9BCF2A92-9A3F-4547-8C24-48E459F2358C}" srcId="{A58BB9B4-91F9-4227-9D5F-1870DFC28077}" destId="{A2E863BA-48DB-4020-853C-240012FC534F}" srcOrd="3" destOrd="0" parTransId="{8A942237-16F3-47E2-8F72-5C04309C0885}" sibTransId="{A32C769D-CE62-4C97-A119-30519ED55EB4}"/>
    <dgm:cxn modelId="{36A6AEB5-40C6-4FAB-BFBE-A260BB380850}" srcId="{E8363C4E-9055-48D2-AADD-BC61102ECDEE}" destId="{959E3998-26F4-4B0F-8778-1168AC573212}" srcOrd="0" destOrd="0" parTransId="{7B559B00-0F08-44D4-AB97-9C5EF15D126B}" sibTransId="{4729B6C0-1E58-4A34-90CE-AB220D9776E6}"/>
    <dgm:cxn modelId="{9BFAE5CF-B7CA-411E-8DF3-95C1012C68C5}" srcId="{CB56CF59-6E87-4348-B467-B4158109C00B}" destId="{57916FEE-E35C-4751-AEE1-296CE92ED77E}" srcOrd="0" destOrd="0" parTransId="{07102BA0-A322-4B7F-8D11-4B0C0EF2B4AB}" sibTransId="{11888B16-0003-4B7D-8343-F0A5A32C2D44}"/>
    <dgm:cxn modelId="{BB3EE7CF-4B0F-4017-9199-D29493CD94E0}" type="presOf" srcId="{F5CD403C-C329-4A89-B4B1-D8CF893BD09E}" destId="{8389AE43-E130-4893-8FD8-9A4ECEEEB7EF}" srcOrd="0" destOrd="0" presId="urn:microsoft.com/office/officeart/2005/8/layout/StepDownProcess"/>
    <dgm:cxn modelId="{616D81F0-1DA5-4CB3-AAE7-AFBA3857EE08}" type="presOf" srcId="{C88985C4-00DC-4A86-8367-097948341454}" destId="{A741CF60-6B44-441E-8E76-1913AD5B36B0}" srcOrd="0" destOrd="0" presId="urn:microsoft.com/office/officeart/2005/8/layout/StepDownProcess"/>
    <dgm:cxn modelId="{A6A64AF5-AE7F-45BF-BC89-7A3576AAB5FC}" type="presOf" srcId="{50FD3493-5AD3-4F79-B436-37C36D66BC0D}" destId="{A5ABD5D5-9FD1-4435-A109-A430F0C15A98}" srcOrd="0" destOrd="0" presId="urn:microsoft.com/office/officeart/2005/8/layout/StepDownProcess"/>
    <dgm:cxn modelId="{FE0CF2F5-3D4D-4F5C-A70D-B2F0FED2F824}" srcId="{A58BB9B4-91F9-4227-9D5F-1870DFC28077}" destId="{C88985C4-00DC-4A86-8367-097948341454}" srcOrd="0" destOrd="0" parTransId="{2CC7CDDE-23AC-441B-929E-8B385206F3BA}" sibTransId="{B69AD5B4-1391-43B6-92C6-4FFC5194D981}"/>
    <dgm:cxn modelId="{462C0B1D-81F1-49AF-AD1A-789F404520CA}" type="presParOf" srcId="{9F5D18B5-768D-4FDA-B414-844B392046F8}" destId="{87CCF3C4-5A8E-41B8-AC45-D4A37826DB2C}" srcOrd="0" destOrd="0" presId="urn:microsoft.com/office/officeart/2005/8/layout/StepDownProcess"/>
    <dgm:cxn modelId="{39348764-D037-48F4-95E7-9E2953FF319B}" type="presParOf" srcId="{87CCF3C4-5A8E-41B8-AC45-D4A37826DB2C}" destId="{EB3A44A5-2BB6-43DC-9CE2-0F15D1EDD97A}" srcOrd="0" destOrd="0" presId="urn:microsoft.com/office/officeart/2005/8/layout/StepDownProcess"/>
    <dgm:cxn modelId="{7BD80E42-90BB-4C18-B121-87DC10B9BEF1}" type="presParOf" srcId="{87CCF3C4-5A8E-41B8-AC45-D4A37826DB2C}" destId="{A741CF60-6B44-441E-8E76-1913AD5B36B0}" srcOrd="1" destOrd="0" presId="urn:microsoft.com/office/officeart/2005/8/layout/StepDownProcess"/>
    <dgm:cxn modelId="{D56EC67F-2027-46F4-A630-8EA9D7B4D18E}" type="presParOf" srcId="{87CCF3C4-5A8E-41B8-AC45-D4A37826DB2C}" destId="{8389AE43-E130-4893-8FD8-9A4ECEEEB7EF}" srcOrd="2" destOrd="0" presId="urn:microsoft.com/office/officeart/2005/8/layout/StepDownProcess"/>
    <dgm:cxn modelId="{D29DDE04-7F3F-4125-81FA-D70383073B61}" type="presParOf" srcId="{9F5D18B5-768D-4FDA-B414-844B392046F8}" destId="{DE8758CB-DBE3-4DB2-8E8D-0AD66569E2D7}" srcOrd="1" destOrd="0" presId="urn:microsoft.com/office/officeart/2005/8/layout/StepDownProcess"/>
    <dgm:cxn modelId="{7AF697C5-9DF5-48F5-B499-37FFF024EF07}" type="presParOf" srcId="{9F5D18B5-768D-4FDA-B414-844B392046F8}" destId="{559FBF9A-7FB9-4A10-BE70-80DFADEC4856}" srcOrd="2" destOrd="0" presId="urn:microsoft.com/office/officeart/2005/8/layout/StepDownProcess"/>
    <dgm:cxn modelId="{6F53BEBF-72ED-4361-B632-27D5068487D6}" type="presParOf" srcId="{559FBF9A-7FB9-4A10-BE70-80DFADEC4856}" destId="{287E8009-4314-43F5-A59C-DCE4040B18C7}" srcOrd="0" destOrd="0" presId="urn:microsoft.com/office/officeart/2005/8/layout/StepDownProcess"/>
    <dgm:cxn modelId="{EAB10339-5562-4AFD-98FC-36EB3AC4106B}" type="presParOf" srcId="{559FBF9A-7FB9-4A10-BE70-80DFADEC4856}" destId="{D22CB8E3-D530-4750-B464-11CC3E8D72EB}" srcOrd="1" destOrd="0" presId="urn:microsoft.com/office/officeart/2005/8/layout/StepDownProcess"/>
    <dgm:cxn modelId="{F63C3537-ED19-4983-8FDB-6940D4979D74}" type="presParOf" srcId="{559FBF9A-7FB9-4A10-BE70-80DFADEC4856}" destId="{0A2032C6-0E29-4333-BBA2-35C6E2CE32C3}" srcOrd="2" destOrd="0" presId="urn:microsoft.com/office/officeart/2005/8/layout/StepDownProcess"/>
    <dgm:cxn modelId="{ABC9C8F6-292A-47E8-9912-FA9B4F84FD04}" type="presParOf" srcId="{9F5D18B5-768D-4FDA-B414-844B392046F8}" destId="{9AC3BABC-22E6-4379-9F87-3773FBB17FF1}" srcOrd="3" destOrd="0" presId="urn:microsoft.com/office/officeart/2005/8/layout/StepDownProcess"/>
    <dgm:cxn modelId="{ED1C6A82-9710-45C7-83C1-EDDC965EF7D7}" type="presParOf" srcId="{9F5D18B5-768D-4FDA-B414-844B392046F8}" destId="{BF04FDA1-0D79-4ACE-8E67-1A33F6348C45}" srcOrd="4" destOrd="0" presId="urn:microsoft.com/office/officeart/2005/8/layout/StepDownProcess"/>
    <dgm:cxn modelId="{217FBADA-1421-4E6A-B7C6-4177A53B579C}" type="presParOf" srcId="{BF04FDA1-0D79-4ACE-8E67-1A33F6348C45}" destId="{70BAE6EA-5AA1-44FF-8ABD-884F1B346255}" srcOrd="0" destOrd="0" presId="urn:microsoft.com/office/officeart/2005/8/layout/StepDownProcess"/>
    <dgm:cxn modelId="{7D806FC7-DC16-4825-B3B0-C664EF2798C2}" type="presParOf" srcId="{BF04FDA1-0D79-4ACE-8E67-1A33F6348C45}" destId="{A5ABD5D5-9FD1-4435-A109-A430F0C15A98}" srcOrd="1" destOrd="0" presId="urn:microsoft.com/office/officeart/2005/8/layout/StepDownProcess"/>
    <dgm:cxn modelId="{870C67DA-A12A-491D-A4B6-094DE72A3A0F}" type="presParOf" srcId="{BF04FDA1-0D79-4ACE-8E67-1A33F6348C45}" destId="{57C52D55-A03B-429D-BCAC-54CACE173EA0}" srcOrd="2" destOrd="0" presId="urn:microsoft.com/office/officeart/2005/8/layout/StepDownProcess"/>
    <dgm:cxn modelId="{7A9846AF-A2B3-449B-BF0A-37C7310C49F1}" type="presParOf" srcId="{9F5D18B5-768D-4FDA-B414-844B392046F8}" destId="{490030A6-F124-4C76-A0BF-232066F71090}" srcOrd="5" destOrd="0" presId="urn:microsoft.com/office/officeart/2005/8/layout/StepDownProcess"/>
    <dgm:cxn modelId="{B1114D41-830C-4591-BDFF-7E84BD5888D2}" type="presParOf" srcId="{9F5D18B5-768D-4FDA-B414-844B392046F8}" destId="{72BC782D-8345-49E6-9C5E-60591C214AF2}" srcOrd="6" destOrd="0" presId="urn:microsoft.com/office/officeart/2005/8/layout/StepDownProcess"/>
    <dgm:cxn modelId="{48485486-5F05-4DAA-8CF0-2CB4320B40A3}" type="presParOf" srcId="{72BC782D-8345-49E6-9C5E-60591C214AF2}" destId="{C1E285BA-0738-4237-89EB-8D6E79772D75}" srcOrd="0" destOrd="0" presId="urn:microsoft.com/office/officeart/2005/8/layout/StepDownProcess"/>
    <dgm:cxn modelId="{D6650C46-C919-4655-A13B-067C28BF4870}" type="presParOf" srcId="{72BC782D-8345-49E6-9C5E-60591C214AF2}" destId="{BB4245F6-E82A-4BC0-A32C-3E9A7841E2FD}" srcOrd="1" destOrd="0" presId="urn:microsoft.com/office/officeart/2005/8/layout/StepDownProcess"/>
    <dgm:cxn modelId="{C717EBC4-9854-412A-8C6D-0484458594D3}" type="presParOf" srcId="{72BC782D-8345-49E6-9C5E-60591C214AF2}" destId="{A5C98000-11AE-4357-A1E1-516F20B2F084}" srcOrd="2" destOrd="0" presId="urn:microsoft.com/office/officeart/2005/8/layout/StepDownProcess"/>
    <dgm:cxn modelId="{F74C9271-725A-4685-9E66-092524F55AEC}" type="presParOf" srcId="{9F5D18B5-768D-4FDA-B414-844B392046F8}" destId="{DD2B8334-3175-4AED-ABD2-8209016CE7E3}" srcOrd="7" destOrd="0" presId="urn:microsoft.com/office/officeart/2005/8/layout/StepDownProcess"/>
    <dgm:cxn modelId="{EA7F591E-A693-48B4-906E-A36986E00593}" type="presParOf" srcId="{9F5D18B5-768D-4FDA-B414-844B392046F8}" destId="{DE3CA651-CE5A-4652-BEF2-BDD9C98BFA51}" srcOrd="8" destOrd="0" presId="urn:microsoft.com/office/officeart/2005/8/layout/StepDownProcess"/>
    <dgm:cxn modelId="{97B243BB-6DB4-44D9-ABE3-AD8A789B27D3}" type="presParOf" srcId="{DE3CA651-CE5A-4652-BEF2-BDD9C98BFA51}" destId="{ED4B62B4-0438-460A-9DB0-690F99388CF4}" srcOrd="0" destOrd="0" presId="urn:microsoft.com/office/officeart/2005/8/layout/StepDownProcess"/>
    <dgm:cxn modelId="{ACB54E96-28C6-4AA5-A478-A9310FA1D569}" type="presParOf" srcId="{DE3CA651-CE5A-4652-BEF2-BDD9C98BFA51}" destId="{A8A5FB1F-C1B3-451D-9047-39B31FB9C8D9}"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C83CA2-3EA1-4F9D-BB64-208E53019821}"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D5AB528-8E97-4A2B-8351-7EC7A764C817}">
      <dgm:prSet phldrT="[Text]"/>
      <dgm:spPr/>
      <dgm:t>
        <a:bodyPr/>
        <a:lstStyle/>
        <a:p>
          <a:r>
            <a:rPr lang="en-US"/>
            <a:t>Cài đặt và kiểm thử đơn vị</a:t>
          </a:r>
        </a:p>
      </dgm:t>
    </dgm:pt>
    <dgm:pt modelId="{CAF3BA40-5165-425A-B6F3-8C13162D424E}" type="parTrans" cxnId="{14B8A038-0022-4AE8-A410-4E0BC289EADD}">
      <dgm:prSet/>
      <dgm:spPr/>
      <dgm:t>
        <a:bodyPr/>
        <a:lstStyle/>
        <a:p>
          <a:endParaRPr lang="en-US"/>
        </a:p>
      </dgm:t>
    </dgm:pt>
    <dgm:pt modelId="{FB0F6F35-BCB8-401B-B56E-10BC248EA38B}" type="sibTrans" cxnId="{14B8A038-0022-4AE8-A410-4E0BC289EADD}">
      <dgm:prSet/>
      <dgm:spPr/>
      <dgm:t>
        <a:bodyPr/>
        <a:lstStyle/>
        <a:p>
          <a:endParaRPr lang="en-US"/>
        </a:p>
      </dgm:t>
    </dgm:pt>
    <dgm:pt modelId="{2EB0A3FD-204F-4F2A-B6FA-969B14B54B1E}">
      <dgm:prSet phldrT="[Text]"/>
      <dgm:spPr/>
      <dgm:t>
        <a:bodyPr/>
        <a:lstStyle/>
        <a:p>
          <a:r>
            <a:rPr lang="en-US"/>
            <a:t>Thiết kế</a:t>
          </a:r>
        </a:p>
      </dgm:t>
    </dgm:pt>
    <dgm:pt modelId="{CB0A56E3-AB91-4DCC-ABFD-F7C80C2C42E7}" type="parTrans" cxnId="{B83624F0-4532-4CDB-9F65-7987D2DCFF64}">
      <dgm:prSet/>
      <dgm:spPr/>
      <dgm:t>
        <a:bodyPr/>
        <a:lstStyle/>
        <a:p>
          <a:endParaRPr lang="en-US"/>
        </a:p>
      </dgm:t>
    </dgm:pt>
    <dgm:pt modelId="{AD379F75-FA47-4490-B03F-813D72D659B9}" type="sibTrans" cxnId="{B83624F0-4532-4CDB-9F65-7987D2DCFF64}">
      <dgm:prSet/>
      <dgm:spPr/>
      <dgm:t>
        <a:bodyPr/>
        <a:lstStyle/>
        <a:p>
          <a:endParaRPr lang="en-US"/>
        </a:p>
      </dgm:t>
    </dgm:pt>
    <dgm:pt modelId="{2E159B42-EE3D-4008-AF30-50454194ED97}">
      <dgm:prSet/>
      <dgm:spPr/>
      <dgm:t>
        <a:bodyPr/>
        <a:lstStyle/>
        <a:p>
          <a:r>
            <a:rPr lang="en-US"/>
            <a:t>Vận hành và bảo trì</a:t>
          </a:r>
        </a:p>
      </dgm:t>
    </dgm:pt>
    <dgm:pt modelId="{9B77BAB1-F6F9-4CA9-AC94-307E891AF1F6}" type="parTrans" cxnId="{ACE9082E-B235-4B5A-AA28-03B0E630D33A}">
      <dgm:prSet/>
      <dgm:spPr/>
      <dgm:t>
        <a:bodyPr/>
        <a:lstStyle/>
        <a:p>
          <a:endParaRPr lang="en-US"/>
        </a:p>
      </dgm:t>
    </dgm:pt>
    <dgm:pt modelId="{E92DC9E1-A01E-4B32-87BB-4D094DFDE9DD}" type="sibTrans" cxnId="{ACE9082E-B235-4B5A-AA28-03B0E630D33A}">
      <dgm:prSet/>
      <dgm:spPr/>
      <dgm:t>
        <a:bodyPr/>
        <a:lstStyle/>
        <a:p>
          <a:endParaRPr lang="en-US"/>
        </a:p>
      </dgm:t>
    </dgm:pt>
    <dgm:pt modelId="{74ED6436-925C-4C03-8539-89809FB7A5C7}">
      <dgm:prSet/>
      <dgm:spPr/>
      <dgm:t>
        <a:bodyPr/>
        <a:lstStyle/>
        <a:p>
          <a:r>
            <a:rPr lang="en-US"/>
            <a:t>Tích hợp và kiểm thử hệ thống</a:t>
          </a:r>
        </a:p>
      </dgm:t>
    </dgm:pt>
    <dgm:pt modelId="{1FB15199-AD1D-4BAB-AB3C-BF3B035674FF}" type="parTrans" cxnId="{19BB7369-C084-437E-A6BE-10FEADE61D44}">
      <dgm:prSet/>
      <dgm:spPr/>
      <dgm:t>
        <a:bodyPr/>
        <a:lstStyle/>
        <a:p>
          <a:endParaRPr lang="en-US"/>
        </a:p>
      </dgm:t>
    </dgm:pt>
    <dgm:pt modelId="{3B7BE4A2-6651-438A-9AE5-A32584626C88}" type="sibTrans" cxnId="{19BB7369-C084-437E-A6BE-10FEADE61D44}">
      <dgm:prSet/>
      <dgm:spPr/>
      <dgm:t>
        <a:bodyPr/>
        <a:lstStyle/>
        <a:p>
          <a:endParaRPr lang="en-US"/>
        </a:p>
      </dgm:t>
    </dgm:pt>
    <dgm:pt modelId="{FFF2A2FF-7C7A-45A3-92AB-67F1FF94D42B}">
      <dgm:prSet/>
      <dgm:spPr/>
      <dgm:t>
        <a:bodyPr/>
        <a:lstStyle/>
        <a:p>
          <a:r>
            <a:rPr lang="en-US"/>
            <a:t>Định nghĩa yêu cầu</a:t>
          </a:r>
        </a:p>
      </dgm:t>
    </dgm:pt>
    <dgm:pt modelId="{0952F1B5-75C3-4BD3-949E-070989DF14A5}" type="parTrans" cxnId="{232F5BBD-836C-4BBA-9E8D-6B31C967C7C6}">
      <dgm:prSet/>
      <dgm:spPr/>
      <dgm:t>
        <a:bodyPr/>
        <a:lstStyle/>
        <a:p>
          <a:endParaRPr lang="en-US"/>
        </a:p>
      </dgm:t>
    </dgm:pt>
    <dgm:pt modelId="{C948FFCC-CD52-4F71-9F6F-15463B5C7E5C}" type="sibTrans" cxnId="{232F5BBD-836C-4BBA-9E8D-6B31C967C7C6}">
      <dgm:prSet/>
      <dgm:spPr/>
      <dgm:t>
        <a:bodyPr/>
        <a:lstStyle/>
        <a:p>
          <a:endParaRPr lang="en-US"/>
        </a:p>
      </dgm:t>
    </dgm:pt>
    <dgm:pt modelId="{24CF460C-8ED9-4E7E-AB1C-4A8FED92DAD3}" type="pres">
      <dgm:prSet presAssocID="{CFC83CA2-3EA1-4F9D-BB64-208E53019821}" presName="rootnode" presStyleCnt="0">
        <dgm:presLayoutVars>
          <dgm:chMax/>
          <dgm:chPref/>
          <dgm:dir val="rev"/>
          <dgm:animLvl val="lvl"/>
        </dgm:presLayoutVars>
      </dgm:prSet>
      <dgm:spPr/>
    </dgm:pt>
    <dgm:pt modelId="{ADCB2985-10E6-4436-9D9A-F56A206E6C2E}" type="pres">
      <dgm:prSet presAssocID="{2E159B42-EE3D-4008-AF30-50454194ED97}" presName="composite" presStyleCnt="0"/>
      <dgm:spPr/>
    </dgm:pt>
    <dgm:pt modelId="{32EE8D98-D7FC-45F3-BBC3-960A40AA7FF2}" type="pres">
      <dgm:prSet presAssocID="{2E159B42-EE3D-4008-AF30-50454194ED97}" presName="LShape" presStyleLbl="alignNode1" presStyleIdx="0" presStyleCnt="9"/>
      <dgm:spPr/>
    </dgm:pt>
    <dgm:pt modelId="{16F2351A-8C89-4A6E-B3A5-00F7730311C4}" type="pres">
      <dgm:prSet presAssocID="{2E159B42-EE3D-4008-AF30-50454194ED97}" presName="ParentText" presStyleLbl="revTx" presStyleIdx="0" presStyleCnt="5">
        <dgm:presLayoutVars>
          <dgm:chMax val="0"/>
          <dgm:chPref val="0"/>
          <dgm:bulletEnabled val="1"/>
        </dgm:presLayoutVars>
      </dgm:prSet>
      <dgm:spPr/>
    </dgm:pt>
    <dgm:pt modelId="{C9EEA277-38F1-435C-8CA3-C2E650A0F399}" type="pres">
      <dgm:prSet presAssocID="{2E159B42-EE3D-4008-AF30-50454194ED97}" presName="Triangle" presStyleLbl="alignNode1" presStyleIdx="1" presStyleCnt="9"/>
      <dgm:spPr/>
    </dgm:pt>
    <dgm:pt modelId="{BD2E878D-90AE-4532-992F-26E43B0AEFAF}" type="pres">
      <dgm:prSet presAssocID="{E92DC9E1-A01E-4B32-87BB-4D094DFDE9DD}" presName="sibTrans" presStyleCnt="0"/>
      <dgm:spPr/>
    </dgm:pt>
    <dgm:pt modelId="{0FF6684D-558C-43EA-BB1E-2F1F8161F8FC}" type="pres">
      <dgm:prSet presAssocID="{E92DC9E1-A01E-4B32-87BB-4D094DFDE9DD}" presName="space" presStyleCnt="0"/>
      <dgm:spPr/>
    </dgm:pt>
    <dgm:pt modelId="{76E7E170-4133-4DA7-95B3-71340B6584CF}" type="pres">
      <dgm:prSet presAssocID="{74ED6436-925C-4C03-8539-89809FB7A5C7}" presName="composite" presStyleCnt="0"/>
      <dgm:spPr/>
    </dgm:pt>
    <dgm:pt modelId="{472A0D0D-C931-4D96-ACC0-C9A3D7D4C255}" type="pres">
      <dgm:prSet presAssocID="{74ED6436-925C-4C03-8539-89809FB7A5C7}" presName="LShape" presStyleLbl="alignNode1" presStyleIdx="2" presStyleCnt="9"/>
      <dgm:spPr/>
    </dgm:pt>
    <dgm:pt modelId="{7751F416-9A55-4AA1-8A2A-95D344C0DB2B}" type="pres">
      <dgm:prSet presAssocID="{74ED6436-925C-4C03-8539-89809FB7A5C7}" presName="ParentText" presStyleLbl="revTx" presStyleIdx="1" presStyleCnt="5">
        <dgm:presLayoutVars>
          <dgm:chMax val="0"/>
          <dgm:chPref val="0"/>
          <dgm:bulletEnabled val="1"/>
        </dgm:presLayoutVars>
      </dgm:prSet>
      <dgm:spPr/>
    </dgm:pt>
    <dgm:pt modelId="{0A59D782-CAFC-4DDB-A028-AF2F56D2472F}" type="pres">
      <dgm:prSet presAssocID="{74ED6436-925C-4C03-8539-89809FB7A5C7}" presName="Triangle" presStyleLbl="alignNode1" presStyleIdx="3" presStyleCnt="9"/>
      <dgm:spPr/>
    </dgm:pt>
    <dgm:pt modelId="{7BE1C2F4-FA95-4AA0-8E67-272E1D3320CA}" type="pres">
      <dgm:prSet presAssocID="{3B7BE4A2-6651-438A-9AE5-A32584626C88}" presName="sibTrans" presStyleCnt="0"/>
      <dgm:spPr/>
    </dgm:pt>
    <dgm:pt modelId="{480A190E-F12C-4841-AEBD-AE30244D269D}" type="pres">
      <dgm:prSet presAssocID="{3B7BE4A2-6651-438A-9AE5-A32584626C88}" presName="space" presStyleCnt="0"/>
      <dgm:spPr/>
    </dgm:pt>
    <dgm:pt modelId="{B31BD6A8-AD35-47AA-951B-67C0B731B5D7}" type="pres">
      <dgm:prSet presAssocID="{6D5AB528-8E97-4A2B-8351-7EC7A764C817}" presName="composite" presStyleCnt="0"/>
      <dgm:spPr/>
    </dgm:pt>
    <dgm:pt modelId="{9B56D6AB-EF67-4879-8DCC-D4BA4E9AA04E}" type="pres">
      <dgm:prSet presAssocID="{6D5AB528-8E97-4A2B-8351-7EC7A764C817}" presName="LShape" presStyleLbl="alignNode1" presStyleIdx="4" presStyleCnt="9"/>
      <dgm:spPr/>
    </dgm:pt>
    <dgm:pt modelId="{AA8FCE7B-9709-4C3A-9260-ED3F39666EDC}" type="pres">
      <dgm:prSet presAssocID="{6D5AB528-8E97-4A2B-8351-7EC7A764C817}" presName="ParentText" presStyleLbl="revTx" presStyleIdx="2" presStyleCnt="5">
        <dgm:presLayoutVars>
          <dgm:chMax val="0"/>
          <dgm:chPref val="0"/>
          <dgm:bulletEnabled val="1"/>
        </dgm:presLayoutVars>
      </dgm:prSet>
      <dgm:spPr/>
    </dgm:pt>
    <dgm:pt modelId="{0A43D097-3CFA-4442-8113-EA12DF15112C}" type="pres">
      <dgm:prSet presAssocID="{6D5AB528-8E97-4A2B-8351-7EC7A764C817}" presName="Triangle" presStyleLbl="alignNode1" presStyleIdx="5" presStyleCnt="9"/>
      <dgm:spPr/>
    </dgm:pt>
    <dgm:pt modelId="{BE25D9E2-6138-494C-8FCD-D29A2D8CA5A6}" type="pres">
      <dgm:prSet presAssocID="{FB0F6F35-BCB8-401B-B56E-10BC248EA38B}" presName="sibTrans" presStyleCnt="0"/>
      <dgm:spPr/>
    </dgm:pt>
    <dgm:pt modelId="{3630A1DB-6206-4C96-8FFF-8C338BA9E2FD}" type="pres">
      <dgm:prSet presAssocID="{FB0F6F35-BCB8-401B-B56E-10BC248EA38B}" presName="space" presStyleCnt="0"/>
      <dgm:spPr/>
    </dgm:pt>
    <dgm:pt modelId="{92E93353-48E6-4E07-895C-F94CB40AE35B}" type="pres">
      <dgm:prSet presAssocID="{2EB0A3FD-204F-4F2A-B6FA-969B14B54B1E}" presName="composite" presStyleCnt="0"/>
      <dgm:spPr/>
    </dgm:pt>
    <dgm:pt modelId="{9B1E3DFB-B774-456D-A446-A1902C71FCB7}" type="pres">
      <dgm:prSet presAssocID="{2EB0A3FD-204F-4F2A-B6FA-969B14B54B1E}" presName="LShape" presStyleLbl="alignNode1" presStyleIdx="6" presStyleCnt="9"/>
      <dgm:spPr/>
    </dgm:pt>
    <dgm:pt modelId="{C245D67C-8265-455C-8179-A31DDC3CDE64}" type="pres">
      <dgm:prSet presAssocID="{2EB0A3FD-204F-4F2A-B6FA-969B14B54B1E}" presName="ParentText" presStyleLbl="revTx" presStyleIdx="3" presStyleCnt="5">
        <dgm:presLayoutVars>
          <dgm:chMax val="0"/>
          <dgm:chPref val="0"/>
          <dgm:bulletEnabled val="1"/>
        </dgm:presLayoutVars>
      </dgm:prSet>
      <dgm:spPr/>
    </dgm:pt>
    <dgm:pt modelId="{3AF638B0-934F-4FD1-AB88-198A53C8F70C}" type="pres">
      <dgm:prSet presAssocID="{2EB0A3FD-204F-4F2A-B6FA-969B14B54B1E}" presName="Triangle" presStyleLbl="alignNode1" presStyleIdx="7" presStyleCnt="9"/>
      <dgm:spPr/>
    </dgm:pt>
    <dgm:pt modelId="{58A10120-7802-412A-B285-5326C0D0BA16}" type="pres">
      <dgm:prSet presAssocID="{AD379F75-FA47-4490-B03F-813D72D659B9}" presName="sibTrans" presStyleCnt="0"/>
      <dgm:spPr/>
    </dgm:pt>
    <dgm:pt modelId="{A7389B7C-7DF2-421C-AAAB-59CBF27DA45F}" type="pres">
      <dgm:prSet presAssocID="{AD379F75-FA47-4490-B03F-813D72D659B9}" presName="space" presStyleCnt="0"/>
      <dgm:spPr/>
    </dgm:pt>
    <dgm:pt modelId="{6675A389-A5ED-41ED-B41E-3BB7BBA7D304}" type="pres">
      <dgm:prSet presAssocID="{FFF2A2FF-7C7A-45A3-92AB-67F1FF94D42B}" presName="composite" presStyleCnt="0"/>
      <dgm:spPr/>
    </dgm:pt>
    <dgm:pt modelId="{F44E190B-78B4-464B-A416-772425892A71}" type="pres">
      <dgm:prSet presAssocID="{FFF2A2FF-7C7A-45A3-92AB-67F1FF94D42B}" presName="LShape" presStyleLbl="alignNode1" presStyleIdx="8" presStyleCnt="9"/>
      <dgm:spPr/>
    </dgm:pt>
    <dgm:pt modelId="{BB1D53D3-4A04-45E5-B3BB-0498C61C3144}" type="pres">
      <dgm:prSet presAssocID="{FFF2A2FF-7C7A-45A3-92AB-67F1FF94D42B}" presName="ParentText" presStyleLbl="revTx" presStyleIdx="4" presStyleCnt="5">
        <dgm:presLayoutVars>
          <dgm:chMax val="0"/>
          <dgm:chPref val="0"/>
          <dgm:bulletEnabled val="1"/>
        </dgm:presLayoutVars>
      </dgm:prSet>
      <dgm:spPr/>
    </dgm:pt>
  </dgm:ptLst>
  <dgm:cxnLst>
    <dgm:cxn modelId="{ACE9082E-B235-4B5A-AA28-03B0E630D33A}" srcId="{CFC83CA2-3EA1-4F9D-BB64-208E53019821}" destId="{2E159B42-EE3D-4008-AF30-50454194ED97}" srcOrd="0" destOrd="0" parTransId="{9B77BAB1-F6F9-4CA9-AC94-307E891AF1F6}" sibTransId="{E92DC9E1-A01E-4B32-87BB-4D094DFDE9DD}"/>
    <dgm:cxn modelId="{14B8A038-0022-4AE8-A410-4E0BC289EADD}" srcId="{CFC83CA2-3EA1-4F9D-BB64-208E53019821}" destId="{6D5AB528-8E97-4A2B-8351-7EC7A764C817}" srcOrd="2" destOrd="0" parTransId="{CAF3BA40-5165-425A-B6F3-8C13162D424E}" sibTransId="{FB0F6F35-BCB8-401B-B56E-10BC248EA38B}"/>
    <dgm:cxn modelId="{473ADE42-E011-4725-98F8-61E88CDAADDE}" type="presOf" srcId="{FFF2A2FF-7C7A-45A3-92AB-67F1FF94D42B}" destId="{BB1D53D3-4A04-45E5-B3BB-0498C61C3144}" srcOrd="0" destOrd="0" presId="urn:microsoft.com/office/officeart/2009/3/layout/StepUpProcess"/>
    <dgm:cxn modelId="{19BB7369-C084-437E-A6BE-10FEADE61D44}" srcId="{CFC83CA2-3EA1-4F9D-BB64-208E53019821}" destId="{74ED6436-925C-4C03-8539-89809FB7A5C7}" srcOrd="1" destOrd="0" parTransId="{1FB15199-AD1D-4BAB-AB3C-BF3B035674FF}" sibTransId="{3B7BE4A2-6651-438A-9AE5-A32584626C88}"/>
    <dgm:cxn modelId="{347C6A88-B4B4-4086-9043-08FE57BC5B15}" type="presOf" srcId="{2E159B42-EE3D-4008-AF30-50454194ED97}" destId="{16F2351A-8C89-4A6E-B3A5-00F7730311C4}" srcOrd="0" destOrd="0" presId="urn:microsoft.com/office/officeart/2009/3/layout/StepUpProcess"/>
    <dgm:cxn modelId="{7AE246B7-F39E-4A89-B051-B4FA18EDFC24}" type="presOf" srcId="{2EB0A3FD-204F-4F2A-B6FA-969B14B54B1E}" destId="{C245D67C-8265-455C-8179-A31DDC3CDE64}" srcOrd="0" destOrd="0" presId="urn:microsoft.com/office/officeart/2009/3/layout/StepUpProcess"/>
    <dgm:cxn modelId="{232F5BBD-836C-4BBA-9E8D-6B31C967C7C6}" srcId="{CFC83CA2-3EA1-4F9D-BB64-208E53019821}" destId="{FFF2A2FF-7C7A-45A3-92AB-67F1FF94D42B}" srcOrd="4" destOrd="0" parTransId="{0952F1B5-75C3-4BD3-949E-070989DF14A5}" sibTransId="{C948FFCC-CD52-4F71-9F6F-15463B5C7E5C}"/>
    <dgm:cxn modelId="{A4DAB9C9-A58D-4675-B4F3-08B1F314BCD8}" type="presOf" srcId="{6D5AB528-8E97-4A2B-8351-7EC7A764C817}" destId="{AA8FCE7B-9709-4C3A-9260-ED3F39666EDC}" srcOrd="0" destOrd="0" presId="urn:microsoft.com/office/officeart/2009/3/layout/StepUpProcess"/>
    <dgm:cxn modelId="{8C969AE3-C4EC-45CE-9B6A-4D34AE859EE2}" type="presOf" srcId="{CFC83CA2-3EA1-4F9D-BB64-208E53019821}" destId="{24CF460C-8ED9-4E7E-AB1C-4A8FED92DAD3}" srcOrd="0" destOrd="0" presId="urn:microsoft.com/office/officeart/2009/3/layout/StepUpProcess"/>
    <dgm:cxn modelId="{B83624F0-4532-4CDB-9F65-7987D2DCFF64}" srcId="{CFC83CA2-3EA1-4F9D-BB64-208E53019821}" destId="{2EB0A3FD-204F-4F2A-B6FA-969B14B54B1E}" srcOrd="3" destOrd="0" parTransId="{CB0A56E3-AB91-4DCC-ABFD-F7C80C2C42E7}" sibTransId="{AD379F75-FA47-4490-B03F-813D72D659B9}"/>
    <dgm:cxn modelId="{4C3C67FB-213A-4A05-AB54-08B400973E80}" type="presOf" srcId="{74ED6436-925C-4C03-8539-89809FB7A5C7}" destId="{7751F416-9A55-4AA1-8A2A-95D344C0DB2B}" srcOrd="0" destOrd="0" presId="urn:microsoft.com/office/officeart/2009/3/layout/StepUpProcess"/>
    <dgm:cxn modelId="{60306325-248A-4772-8995-9E5090C71532}" type="presParOf" srcId="{24CF460C-8ED9-4E7E-AB1C-4A8FED92DAD3}" destId="{ADCB2985-10E6-4436-9D9A-F56A206E6C2E}" srcOrd="0" destOrd="0" presId="urn:microsoft.com/office/officeart/2009/3/layout/StepUpProcess"/>
    <dgm:cxn modelId="{0459E824-2C42-42AD-80C1-A559086DED72}" type="presParOf" srcId="{ADCB2985-10E6-4436-9D9A-F56A206E6C2E}" destId="{32EE8D98-D7FC-45F3-BBC3-960A40AA7FF2}" srcOrd="0" destOrd="0" presId="urn:microsoft.com/office/officeart/2009/3/layout/StepUpProcess"/>
    <dgm:cxn modelId="{BADAA580-C9D8-4AC1-AAC9-B6CE7DAD36C8}" type="presParOf" srcId="{ADCB2985-10E6-4436-9D9A-F56A206E6C2E}" destId="{16F2351A-8C89-4A6E-B3A5-00F7730311C4}" srcOrd="1" destOrd="0" presId="urn:microsoft.com/office/officeart/2009/3/layout/StepUpProcess"/>
    <dgm:cxn modelId="{5743B46F-197A-4FE2-9065-85A38BF6047D}" type="presParOf" srcId="{ADCB2985-10E6-4436-9D9A-F56A206E6C2E}" destId="{C9EEA277-38F1-435C-8CA3-C2E650A0F399}" srcOrd="2" destOrd="0" presId="urn:microsoft.com/office/officeart/2009/3/layout/StepUpProcess"/>
    <dgm:cxn modelId="{5BB23557-2EA8-491B-919E-EA434219C76A}" type="presParOf" srcId="{24CF460C-8ED9-4E7E-AB1C-4A8FED92DAD3}" destId="{BD2E878D-90AE-4532-992F-26E43B0AEFAF}" srcOrd="1" destOrd="0" presId="urn:microsoft.com/office/officeart/2009/3/layout/StepUpProcess"/>
    <dgm:cxn modelId="{8A2CAF67-BBD0-4380-B64A-22C37026F451}" type="presParOf" srcId="{BD2E878D-90AE-4532-992F-26E43B0AEFAF}" destId="{0FF6684D-558C-43EA-BB1E-2F1F8161F8FC}" srcOrd="0" destOrd="0" presId="urn:microsoft.com/office/officeart/2009/3/layout/StepUpProcess"/>
    <dgm:cxn modelId="{41BCBDCC-2917-482C-83D2-9BC9CFEB14F3}" type="presParOf" srcId="{24CF460C-8ED9-4E7E-AB1C-4A8FED92DAD3}" destId="{76E7E170-4133-4DA7-95B3-71340B6584CF}" srcOrd="2" destOrd="0" presId="urn:microsoft.com/office/officeart/2009/3/layout/StepUpProcess"/>
    <dgm:cxn modelId="{54769D1A-A3BD-4CCA-8075-0FEF20589AC0}" type="presParOf" srcId="{76E7E170-4133-4DA7-95B3-71340B6584CF}" destId="{472A0D0D-C931-4D96-ACC0-C9A3D7D4C255}" srcOrd="0" destOrd="0" presId="urn:microsoft.com/office/officeart/2009/3/layout/StepUpProcess"/>
    <dgm:cxn modelId="{22AFC728-9268-4765-A7B5-78E7C1C15D93}" type="presParOf" srcId="{76E7E170-4133-4DA7-95B3-71340B6584CF}" destId="{7751F416-9A55-4AA1-8A2A-95D344C0DB2B}" srcOrd="1" destOrd="0" presId="urn:microsoft.com/office/officeart/2009/3/layout/StepUpProcess"/>
    <dgm:cxn modelId="{F88FBB78-B040-40B5-BE9C-BD7FD36A7512}" type="presParOf" srcId="{76E7E170-4133-4DA7-95B3-71340B6584CF}" destId="{0A59D782-CAFC-4DDB-A028-AF2F56D2472F}" srcOrd="2" destOrd="0" presId="urn:microsoft.com/office/officeart/2009/3/layout/StepUpProcess"/>
    <dgm:cxn modelId="{0C009F95-C562-4CF6-9CEB-9558C415217F}" type="presParOf" srcId="{24CF460C-8ED9-4E7E-AB1C-4A8FED92DAD3}" destId="{7BE1C2F4-FA95-4AA0-8E67-272E1D3320CA}" srcOrd="3" destOrd="0" presId="urn:microsoft.com/office/officeart/2009/3/layout/StepUpProcess"/>
    <dgm:cxn modelId="{B9FEF68D-0B81-43B7-8749-47CA7631B160}" type="presParOf" srcId="{7BE1C2F4-FA95-4AA0-8E67-272E1D3320CA}" destId="{480A190E-F12C-4841-AEBD-AE30244D269D}" srcOrd="0" destOrd="0" presId="urn:microsoft.com/office/officeart/2009/3/layout/StepUpProcess"/>
    <dgm:cxn modelId="{36A8D99A-A591-4E1C-9055-1FAF4996286B}" type="presParOf" srcId="{24CF460C-8ED9-4E7E-AB1C-4A8FED92DAD3}" destId="{B31BD6A8-AD35-47AA-951B-67C0B731B5D7}" srcOrd="4" destOrd="0" presId="urn:microsoft.com/office/officeart/2009/3/layout/StepUpProcess"/>
    <dgm:cxn modelId="{FADAC0B5-CD1A-4EF9-80AC-4C2EDA14FEA2}" type="presParOf" srcId="{B31BD6A8-AD35-47AA-951B-67C0B731B5D7}" destId="{9B56D6AB-EF67-4879-8DCC-D4BA4E9AA04E}" srcOrd="0" destOrd="0" presId="urn:microsoft.com/office/officeart/2009/3/layout/StepUpProcess"/>
    <dgm:cxn modelId="{9AA2DC5F-7AFF-4B29-A4B8-C1CE7EFB4CD1}" type="presParOf" srcId="{B31BD6A8-AD35-47AA-951B-67C0B731B5D7}" destId="{AA8FCE7B-9709-4C3A-9260-ED3F39666EDC}" srcOrd="1" destOrd="0" presId="urn:microsoft.com/office/officeart/2009/3/layout/StepUpProcess"/>
    <dgm:cxn modelId="{2CF92E05-DF03-43C4-BE65-BBE55A61ADF6}" type="presParOf" srcId="{B31BD6A8-AD35-47AA-951B-67C0B731B5D7}" destId="{0A43D097-3CFA-4442-8113-EA12DF15112C}" srcOrd="2" destOrd="0" presId="urn:microsoft.com/office/officeart/2009/3/layout/StepUpProcess"/>
    <dgm:cxn modelId="{95BB315E-CBC5-4017-84CC-C1A055FF0D6C}" type="presParOf" srcId="{24CF460C-8ED9-4E7E-AB1C-4A8FED92DAD3}" destId="{BE25D9E2-6138-494C-8FCD-D29A2D8CA5A6}" srcOrd="5" destOrd="0" presId="urn:microsoft.com/office/officeart/2009/3/layout/StepUpProcess"/>
    <dgm:cxn modelId="{F6BABB99-2327-495C-A31F-339F065E38C5}" type="presParOf" srcId="{BE25D9E2-6138-494C-8FCD-D29A2D8CA5A6}" destId="{3630A1DB-6206-4C96-8FFF-8C338BA9E2FD}" srcOrd="0" destOrd="0" presId="urn:microsoft.com/office/officeart/2009/3/layout/StepUpProcess"/>
    <dgm:cxn modelId="{42BAA059-361F-4B58-A3A4-D017D897DD51}" type="presParOf" srcId="{24CF460C-8ED9-4E7E-AB1C-4A8FED92DAD3}" destId="{92E93353-48E6-4E07-895C-F94CB40AE35B}" srcOrd="6" destOrd="0" presId="urn:microsoft.com/office/officeart/2009/3/layout/StepUpProcess"/>
    <dgm:cxn modelId="{5C17E52B-855D-4B9F-ADBC-70792E28BF3F}" type="presParOf" srcId="{92E93353-48E6-4E07-895C-F94CB40AE35B}" destId="{9B1E3DFB-B774-456D-A446-A1902C71FCB7}" srcOrd="0" destOrd="0" presId="urn:microsoft.com/office/officeart/2009/3/layout/StepUpProcess"/>
    <dgm:cxn modelId="{83495B5A-BC26-43CD-88FA-68C41C7CBDB4}" type="presParOf" srcId="{92E93353-48E6-4E07-895C-F94CB40AE35B}" destId="{C245D67C-8265-455C-8179-A31DDC3CDE64}" srcOrd="1" destOrd="0" presId="urn:microsoft.com/office/officeart/2009/3/layout/StepUpProcess"/>
    <dgm:cxn modelId="{5360D601-6722-4A08-9811-58F8E5207EB0}" type="presParOf" srcId="{92E93353-48E6-4E07-895C-F94CB40AE35B}" destId="{3AF638B0-934F-4FD1-AB88-198A53C8F70C}" srcOrd="2" destOrd="0" presId="urn:microsoft.com/office/officeart/2009/3/layout/StepUpProcess"/>
    <dgm:cxn modelId="{05127A1C-956D-4BAE-B662-656186E2269E}" type="presParOf" srcId="{24CF460C-8ED9-4E7E-AB1C-4A8FED92DAD3}" destId="{58A10120-7802-412A-B285-5326C0D0BA16}" srcOrd="7" destOrd="0" presId="urn:microsoft.com/office/officeart/2009/3/layout/StepUpProcess"/>
    <dgm:cxn modelId="{CF3ED04D-177D-43A6-B7C2-6742FDE5FDE1}" type="presParOf" srcId="{58A10120-7802-412A-B285-5326C0D0BA16}" destId="{A7389B7C-7DF2-421C-AAAB-59CBF27DA45F}" srcOrd="0" destOrd="0" presId="urn:microsoft.com/office/officeart/2009/3/layout/StepUpProcess"/>
    <dgm:cxn modelId="{D2AB348C-8E0D-4143-9D9E-850C783E3758}" type="presParOf" srcId="{24CF460C-8ED9-4E7E-AB1C-4A8FED92DAD3}" destId="{6675A389-A5ED-41ED-B41E-3BB7BBA7D304}" srcOrd="8" destOrd="0" presId="urn:microsoft.com/office/officeart/2009/3/layout/StepUpProcess"/>
    <dgm:cxn modelId="{E018D8F8-4AE0-4553-9149-9CE3AE31434A}" type="presParOf" srcId="{6675A389-A5ED-41ED-B41E-3BB7BBA7D304}" destId="{F44E190B-78B4-464B-A416-772425892A71}" srcOrd="0" destOrd="0" presId="urn:microsoft.com/office/officeart/2009/3/layout/StepUpProcess"/>
    <dgm:cxn modelId="{03EC8CAD-C78A-4818-8AC5-0D0F486D70C2}" type="presParOf" srcId="{6675A389-A5ED-41ED-B41E-3BB7BBA7D304}" destId="{BB1D53D3-4A04-45E5-B3BB-0498C61C3144}"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06FF0F-FA52-40AE-B02C-5C995A293416}" type="doc">
      <dgm:prSet loTypeId="urn:microsoft.com/office/officeart/2009/3/layout/DescendingProcess" loCatId="process" qsTypeId="urn:microsoft.com/office/officeart/2005/8/quickstyle/simple1" qsCatId="simple" csTypeId="urn:microsoft.com/office/officeart/2005/8/colors/accent1_2" csCatId="accent1" phldr="1"/>
      <dgm:spPr/>
      <dgm:t>
        <a:bodyPr/>
        <a:lstStyle/>
        <a:p>
          <a:endParaRPr lang="en-US"/>
        </a:p>
      </dgm:t>
    </dgm:pt>
    <dgm:pt modelId="{4D02AA4F-B81B-4237-98D0-4CC14DB87C33}">
      <dgm:prSet phldrT="[Text]"/>
      <dgm:spPr/>
      <dgm:t>
        <a:bodyPr/>
        <a:lstStyle/>
        <a:p>
          <a:r>
            <a:rPr lang="en-US"/>
            <a:t>Communication</a:t>
          </a:r>
        </a:p>
      </dgm:t>
    </dgm:pt>
    <dgm:pt modelId="{6924549B-6D3F-4F39-98CE-CFA38097B258}" type="parTrans" cxnId="{23D7DC84-F1C2-4FF9-81DC-CB53FCB4D1DA}">
      <dgm:prSet/>
      <dgm:spPr/>
      <dgm:t>
        <a:bodyPr/>
        <a:lstStyle/>
        <a:p>
          <a:endParaRPr lang="en-US"/>
        </a:p>
      </dgm:t>
    </dgm:pt>
    <dgm:pt modelId="{03855C0A-0648-495A-B1CC-B701F8CEB522}" type="sibTrans" cxnId="{23D7DC84-F1C2-4FF9-81DC-CB53FCB4D1DA}">
      <dgm:prSet/>
      <dgm:spPr/>
      <dgm:t>
        <a:bodyPr/>
        <a:lstStyle/>
        <a:p>
          <a:endParaRPr lang="en-US"/>
        </a:p>
      </dgm:t>
    </dgm:pt>
    <dgm:pt modelId="{07DB20C9-BB1F-4F34-AD85-A6AAA17BB1A5}">
      <dgm:prSet phldrT="[Text]"/>
      <dgm:spPr/>
      <dgm:t>
        <a:bodyPr/>
        <a:lstStyle/>
        <a:p>
          <a:r>
            <a:rPr lang="en-US"/>
            <a:t>Planning</a:t>
          </a:r>
        </a:p>
      </dgm:t>
    </dgm:pt>
    <dgm:pt modelId="{85FFE708-BCC7-46A7-B400-22203F6CD39B}" type="parTrans" cxnId="{EFA07866-1886-4F0C-9D87-38CB74CA81C8}">
      <dgm:prSet/>
      <dgm:spPr/>
      <dgm:t>
        <a:bodyPr/>
        <a:lstStyle/>
        <a:p>
          <a:endParaRPr lang="en-US"/>
        </a:p>
      </dgm:t>
    </dgm:pt>
    <dgm:pt modelId="{EC7FBB2D-BB1C-4A41-9883-AB5C0D4B8382}" type="sibTrans" cxnId="{EFA07866-1886-4F0C-9D87-38CB74CA81C8}">
      <dgm:prSet/>
      <dgm:spPr/>
      <dgm:t>
        <a:bodyPr/>
        <a:lstStyle/>
        <a:p>
          <a:endParaRPr lang="en-US"/>
        </a:p>
      </dgm:t>
    </dgm:pt>
    <dgm:pt modelId="{02E94358-A643-424A-B305-023BF445212E}">
      <dgm:prSet phldrT="[Text]"/>
      <dgm:spPr/>
      <dgm:t>
        <a:bodyPr/>
        <a:lstStyle/>
        <a:p>
          <a:r>
            <a:rPr lang="en-US"/>
            <a:t>Modeling</a:t>
          </a:r>
        </a:p>
      </dgm:t>
    </dgm:pt>
    <dgm:pt modelId="{20892758-5D1D-49BA-B5E6-7CFD7911C755}" type="parTrans" cxnId="{2C79CC2F-79ED-4A6A-A7AF-08AC580843DC}">
      <dgm:prSet/>
      <dgm:spPr/>
      <dgm:t>
        <a:bodyPr/>
        <a:lstStyle/>
        <a:p>
          <a:endParaRPr lang="en-US"/>
        </a:p>
      </dgm:t>
    </dgm:pt>
    <dgm:pt modelId="{7E2665E1-29AC-4B79-B81D-DCC52242F6EE}" type="sibTrans" cxnId="{2C79CC2F-79ED-4A6A-A7AF-08AC580843DC}">
      <dgm:prSet/>
      <dgm:spPr/>
      <dgm:t>
        <a:bodyPr/>
        <a:lstStyle/>
        <a:p>
          <a:endParaRPr lang="en-US"/>
        </a:p>
      </dgm:t>
    </dgm:pt>
    <dgm:pt modelId="{E95DE156-ADDF-447F-893B-50F7266694FB}">
      <dgm:prSet/>
      <dgm:spPr/>
      <dgm:t>
        <a:bodyPr/>
        <a:lstStyle/>
        <a:p>
          <a:r>
            <a:rPr lang="en-US"/>
            <a:t>Project initation</a:t>
          </a:r>
        </a:p>
      </dgm:t>
    </dgm:pt>
    <dgm:pt modelId="{41512E4C-B224-4105-B856-E90F50FFF9D6}" type="parTrans" cxnId="{A118AE9A-921A-4563-9523-AC09277A3ED5}">
      <dgm:prSet/>
      <dgm:spPr/>
      <dgm:t>
        <a:bodyPr/>
        <a:lstStyle/>
        <a:p>
          <a:endParaRPr lang="en-US"/>
        </a:p>
      </dgm:t>
    </dgm:pt>
    <dgm:pt modelId="{7C7088CC-6670-45D7-910D-75B906F2E2A9}" type="sibTrans" cxnId="{A118AE9A-921A-4563-9523-AC09277A3ED5}">
      <dgm:prSet/>
      <dgm:spPr/>
      <dgm:t>
        <a:bodyPr/>
        <a:lstStyle/>
        <a:p>
          <a:endParaRPr lang="en-US"/>
        </a:p>
      </dgm:t>
    </dgm:pt>
    <dgm:pt modelId="{5C42841A-9412-4625-9EAA-508ED63F0DB2}">
      <dgm:prSet/>
      <dgm:spPr/>
      <dgm:t>
        <a:bodyPr/>
        <a:lstStyle/>
        <a:p>
          <a:r>
            <a:rPr lang="en-US"/>
            <a:t>Requirement gat hering</a:t>
          </a:r>
        </a:p>
      </dgm:t>
    </dgm:pt>
    <dgm:pt modelId="{1CBFF308-F762-4715-AB3D-685184FDBE13}" type="parTrans" cxnId="{2C81320E-A266-48BE-B9C9-93FA6008261D}">
      <dgm:prSet/>
      <dgm:spPr/>
      <dgm:t>
        <a:bodyPr/>
        <a:lstStyle/>
        <a:p>
          <a:endParaRPr lang="en-US"/>
        </a:p>
      </dgm:t>
    </dgm:pt>
    <dgm:pt modelId="{F8E87A77-DCCC-49A0-9181-D0E8A9B8E70D}" type="sibTrans" cxnId="{2C81320E-A266-48BE-B9C9-93FA6008261D}">
      <dgm:prSet/>
      <dgm:spPr/>
      <dgm:t>
        <a:bodyPr/>
        <a:lstStyle/>
        <a:p>
          <a:endParaRPr lang="en-US"/>
        </a:p>
      </dgm:t>
    </dgm:pt>
    <dgm:pt modelId="{3C3AB0FB-5E31-4876-897A-1EBBA3DB334F}">
      <dgm:prSet/>
      <dgm:spPr/>
      <dgm:t>
        <a:bodyPr/>
        <a:lstStyle/>
        <a:p>
          <a:r>
            <a:rPr lang="en-US"/>
            <a:t>Estimating</a:t>
          </a:r>
        </a:p>
      </dgm:t>
    </dgm:pt>
    <dgm:pt modelId="{43928A0E-909E-4C3E-8E01-7A2BF731DF35}" type="parTrans" cxnId="{179CC7DC-E044-4401-AE90-D84992ED440C}">
      <dgm:prSet/>
      <dgm:spPr/>
      <dgm:t>
        <a:bodyPr/>
        <a:lstStyle/>
        <a:p>
          <a:endParaRPr lang="en-US"/>
        </a:p>
      </dgm:t>
    </dgm:pt>
    <dgm:pt modelId="{E217A423-3EE6-4B7A-9328-CDEAD26B868B}" type="sibTrans" cxnId="{179CC7DC-E044-4401-AE90-D84992ED440C}">
      <dgm:prSet/>
      <dgm:spPr/>
      <dgm:t>
        <a:bodyPr/>
        <a:lstStyle/>
        <a:p>
          <a:endParaRPr lang="en-US"/>
        </a:p>
      </dgm:t>
    </dgm:pt>
    <dgm:pt modelId="{39D37EA0-05EC-40B2-B0B4-43F68895E760}">
      <dgm:prSet/>
      <dgm:spPr/>
      <dgm:t>
        <a:bodyPr/>
        <a:lstStyle/>
        <a:p>
          <a:r>
            <a:rPr lang="en-US"/>
            <a:t>Scheduling</a:t>
          </a:r>
        </a:p>
      </dgm:t>
    </dgm:pt>
    <dgm:pt modelId="{868D9314-7905-4020-B3B6-395274965E02}" type="parTrans" cxnId="{6A5D11DF-3B59-4B86-B6B8-AE1EA7BA1EE9}">
      <dgm:prSet/>
      <dgm:spPr/>
      <dgm:t>
        <a:bodyPr/>
        <a:lstStyle/>
        <a:p>
          <a:endParaRPr lang="en-US"/>
        </a:p>
      </dgm:t>
    </dgm:pt>
    <dgm:pt modelId="{9352A265-8549-4D97-B0FC-AC1B8ECBB1B7}" type="sibTrans" cxnId="{6A5D11DF-3B59-4B86-B6B8-AE1EA7BA1EE9}">
      <dgm:prSet/>
      <dgm:spPr/>
      <dgm:t>
        <a:bodyPr/>
        <a:lstStyle/>
        <a:p>
          <a:endParaRPr lang="en-US"/>
        </a:p>
      </dgm:t>
    </dgm:pt>
    <dgm:pt modelId="{3C7944F8-BDFF-4A84-8719-EE4CCCA87AC9}">
      <dgm:prSet/>
      <dgm:spPr/>
      <dgm:t>
        <a:bodyPr/>
        <a:lstStyle/>
        <a:p>
          <a:r>
            <a:rPr lang="en-US"/>
            <a:t>Tracking</a:t>
          </a:r>
        </a:p>
      </dgm:t>
    </dgm:pt>
    <dgm:pt modelId="{C9AB3697-AC24-427E-BDC3-DC3B556025A1}" type="parTrans" cxnId="{0943ED4C-8E90-461B-A4FE-683B476FB083}">
      <dgm:prSet/>
      <dgm:spPr/>
      <dgm:t>
        <a:bodyPr/>
        <a:lstStyle/>
        <a:p>
          <a:endParaRPr lang="en-US"/>
        </a:p>
      </dgm:t>
    </dgm:pt>
    <dgm:pt modelId="{930C6490-DAED-4889-9A6D-4DEEED5511E8}" type="sibTrans" cxnId="{0943ED4C-8E90-461B-A4FE-683B476FB083}">
      <dgm:prSet/>
      <dgm:spPr/>
      <dgm:t>
        <a:bodyPr/>
        <a:lstStyle/>
        <a:p>
          <a:endParaRPr lang="en-US"/>
        </a:p>
      </dgm:t>
    </dgm:pt>
    <dgm:pt modelId="{7BBFE4E7-6F3F-4CB0-828C-52240C68DBC1}">
      <dgm:prSet/>
      <dgm:spPr/>
      <dgm:t>
        <a:bodyPr/>
        <a:lstStyle/>
        <a:p>
          <a:r>
            <a:rPr lang="en-US"/>
            <a:t>Analysis</a:t>
          </a:r>
        </a:p>
      </dgm:t>
    </dgm:pt>
    <dgm:pt modelId="{98C2BF98-93D4-45BF-B4C8-E1FD7B183116}" type="parTrans" cxnId="{CC8D7500-AA47-4FA7-A2E4-3DFEF3C3376D}">
      <dgm:prSet/>
      <dgm:spPr/>
      <dgm:t>
        <a:bodyPr/>
        <a:lstStyle/>
        <a:p>
          <a:endParaRPr lang="en-US"/>
        </a:p>
      </dgm:t>
    </dgm:pt>
    <dgm:pt modelId="{B5829A0D-D897-4892-A340-566F0B8CAA3C}" type="sibTrans" cxnId="{CC8D7500-AA47-4FA7-A2E4-3DFEF3C3376D}">
      <dgm:prSet/>
      <dgm:spPr/>
      <dgm:t>
        <a:bodyPr/>
        <a:lstStyle/>
        <a:p>
          <a:endParaRPr lang="en-US"/>
        </a:p>
      </dgm:t>
    </dgm:pt>
    <dgm:pt modelId="{DCDE2C38-4E71-4E4E-9E28-C514DA8BF12D}">
      <dgm:prSet/>
      <dgm:spPr/>
      <dgm:t>
        <a:bodyPr/>
        <a:lstStyle/>
        <a:p>
          <a:r>
            <a:rPr lang="en-US"/>
            <a:t>Design</a:t>
          </a:r>
        </a:p>
      </dgm:t>
    </dgm:pt>
    <dgm:pt modelId="{60462E0E-A095-4407-9C00-66318D1DDA2A}" type="parTrans" cxnId="{75A1AC21-F087-4377-89A5-8E7E121ABCCF}">
      <dgm:prSet/>
      <dgm:spPr/>
      <dgm:t>
        <a:bodyPr/>
        <a:lstStyle/>
        <a:p>
          <a:endParaRPr lang="en-US"/>
        </a:p>
      </dgm:t>
    </dgm:pt>
    <dgm:pt modelId="{3178849D-F684-40CA-8D6C-A092889D11C7}" type="sibTrans" cxnId="{75A1AC21-F087-4377-89A5-8E7E121ABCCF}">
      <dgm:prSet/>
      <dgm:spPr/>
      <dgm:t>
        <a:bodyPr/>
        <a:lstStyle/>
        <a:p>
          <a:endParaRPr lang="en-US"/>
        </a:p>
      </dgm:t>
    </dgm:pt>
    <dgm:pt modelId="{62850223-1503-4CF9-9063-CA99A0C328BB}">
      <dgm:prSet/>
      <dgm:spPr/>
      <dgm:t>
        <a:bodyPr/>
        <a:lstStyle/>
        <a:p>
          <a:r>
            <a:rPr lang="en-US"/>
            <a:t>Construction</a:t>
          </a:r>
        </a:p>
      </dgm:t>
    </dgm:pt>
    <dgm:pt modelId="{700FAFB8-F1B1-4E7A-B2A6-BE1B7131B0D3}" type="parTrans" cxnId="{4AC979E0-D452-4442-88C1-B1B7B842EE85}">
      <dgm:prSet/>
      <dgm:spPr/>
      <dgm:t>
        <a:bodyPr/>
        <a:lstStyle/>
        <a:p>
          <a:endParaRPr lang="en-US"/>
        </a:p>
      </dgm:t>
    </dgm:pt>
    <dgm:pt modelId="{A5BD0DCC-8A48-425D-8BCB-9EDB6FA7F169}" type="sibTrans" cxnId="{4AC979E0-D452-4442-88C1-B1B7B842EE85}">
      <dgm:prSet/>
      <dgm:spPr/>
      <dgm:t>
        <a:bodyPr/>
        <a:lstStyle/>
        <a:p>
          <a:endParaRPr lang="en-US"/>
        </a:p>
      </dgm:t>
    </dgm:pt>
    <dgm:pt modelId="{58E72CEC-22CD-4BE1-B547-91A645DBDB1D}">
      <dgm:prSet/>
      <dgm:spPr/>
      <dgm:t>
        <a:bodyPr/>
        <a:lstStyle/>
        <a:p>
          <a:r>
            <a:rPr lang="en-US"/>
            <a:t>Code</a:t>
          </a:r>
        </a:p>
      </dgm:t>
    </dgm:pt>
    <dgm:pt modelId="{C0229B15-59AD-4347-81F2-13DD27FDBCF1}" type="parTrans" cxnId="{324BA879-4A61-478A-8665-D52161AAD343}">
      <dgm:prSet/>
      <dgm:spPr/>
      <dgm:t>
        <a:bodyPr/>
        <a:lstStyle/>
        <a:p>
          <a:endParaRPr lang="en-US"/>
        </a:p>
      </dgm:t>
    </dgm:pt>
    <dgm:pt modelId="{EF9227AC-F5BB-4285-87B8-FECE458E9B43}" type="sibTrans" cxnId="{324BA879-4A61-478A-8665-D52161AAD343}">
      <dgm:prSet/>
      <dgm:spPr/>
      <dgm:t>
        <a:bodyPr/>
        <a:lstStyle/>
        <a:p>
          <a:endParaRPr lang="en-US"/>
        </a:p>
      </dgm:t>
    </dgm:pt>
    <dgm:pt modelId="{E256AFCB-4620-4FB8-AAB5-6821D784A71A}">
      <dgm:prSet/>
      <dgm:spPr/>
      <dgm:t>
        <a:bodyPr/>
        <a:lstStyle/>
        <a:p>
          <a:r>
            <a:rPr lang="en-US"/>
            <a:t>Test</a:t>
          </a:r>
        </a:p>
      </dgm:t>
    </dgm:pt>
    <dgm:pt modelId="{74E4CAF9-D3F8-48E9-A8E4-799B7C8EE26F}" type="parTrans" cxnId="{BE687D51-2D37-4CF3-B1E7-741F4CB02318}">
      <dgm:prSet/>
      <dgm:spPr/>
      <dgm:t>
        <a:bodyPr/>
        <a:lstStyle/>
        <a:p>
          <a:endParaRPr lang="en-US"/>
        </a:p>
      </dgm:t>
    </dgm:pt>
    <dgm:pt modelId="{84EF0E53-4D1C-49C3-9F43-300084B76C79}" type="sibTrans" cxnId="{BE687D51-2D37-4CF3-B1E7-741F4CB02318}">
      <dgm:prSet/>
      <dgm:spPr/>
      <dgm:t>
        <a:bodyPr/>
        <a:lstStyle/>
        <a:p>
          <a:endParaRPr lang="en-US"/>
        </a:p>
      </dgm:t>
    </dgm:pt>
    <dgm:pt modelId="{86C3C520-FFAD-4530-A0B3-BB7F73F98253}">
      <dgm:prSet/>
      <dgm:spPr/>
      <dgm:t>
        <a:bodyPr/>
        <a:lstStyle/>
        <a:p>
          <a:r>
            <a:rPr lang="en-US"/>
            <a:t>Deployment</a:t>
          </a:r>
        </a:p>
      </dgm:t>
    </dgm:pt>
    <dgm:pt modelId="{CD0CA20A-7DE1-469F-8262-FCFBB99F86BE}" type="parTrans" cxnId="{18D599AA-FE2A-40BA-A4F0-CCAF3F859D89}">
      <dgm:prSet/>
      <dgm:spPr/>
      <dgm:t>
        <a:bodyPr/>
        <a:lstStyle/>
        <a:p>
          <a:endParaRPr lang="en-US"/>
        </a:p>
      </dgm:t>
    </dgm:pt>
    <dgm:pt modelId="{A6CC6116-E39F-494C-A882-4C29FB447062}" type="sibTrans" cxnId="{18D599AA-FE2A-40BA-A4F0-CCAF3F859D89}">
      <dgm:prSet/>
      <dgm:spPr/>
      <dgm:t>
        <a:bodyPr/>
        <a:lstStyle/>
        <a:p>
          <a:endParaRPr lang="en-US"/>
        </a:p>
      </dgm:t>
    </dgm:pt>
    <dgm:pt modelId="{B4AC8788-4F08-4AF3-A5B2-6125740F2A86}">
      <dgm:prSet/>
      <dgm:spPr/>
      <dgm:t>
        <a:bodyPr/>
        <a:lstStyle/>
        <a:p>
          <a:r>
            <a:rPr lang="en-US"/>
            <a:t>Delivery</a:t>
          </a:r>
        </a:p>
      </dgm:t>
    </dgm:pt>
    <dgm:pt modelId="{DDC56C12-0654-48E5-B6A2-42AB1D4DBD1F}" type="parTrans" cxnId="{A68DC5B4-3F9E-4431-9AE2-21D0DB47ED9B}">
      <dgm:prSet/>
      <dgm:spPr/>
      <dgm:t>
        <a:bodyPr/>
        <a:lstStyle/>
        <a:p>
          <a:endParaRPr lang="en-US"/>
        </a:p>
      </dgm:t>
    </dgm:pt>
    <dgm:pt modelId="{93A1D7CA-95CB-45F5-80C4-B99FF777EF62}" type="sibTrans" cxnId="{A68DC5B4-3F9E-4431-9AE2-21D0DB47ED9B}">
      <dgm:prSet/>
      <dgm:spPr/>
      <dgm:t>
        <a:bodyPr/>
        <a:lstStyle/>
        <a:p>
          <a:endParaRPr lang="en-US"/>
        </a:p>
      </dgm:t>
    </dgm:pt>
    <dgm:pt modelId="{22BBD6FF-E636-46F3-8805-F372B083CB24}">
      <dgm:prSet/>
      <dgm:spPr/>
      <dgm:t>
        <a:bodyPr/>
        <a:lstStyle/>
        <a:p>
          <a:r>
            <a:rPr lang="en-US"/>
            <a:t>Support</a:t>
          </a:r>
        </a:p>
      </dgm:t>
    </dgm:pt>
    <dgm:pt modelId="{78E7B23F-F3DA-4E0C-A53F-1E2ACDA0B51F}" type="parTrans" cxnId="{1FDAAD6C-DC01-4B39-96A5-F35127225585}">
      <dgm:prSet/>
      <dgm:spPr/>
      <dgm:t>
        <a:bodyPr/>
        <a:lstStyle/>
        <a:p>
          <a:endParaRPr lang="en-US"/>
        </a:p>
      </dgm:t>
    </dgm:pt>
    <dgm:pt modelId="{766D9C7C-8AD4-4D1F-9D5E-A233451350A6}" type="sibTrans" cxnId="{1FDAAD6C-DC01-4B39-96A5-F35127225585}">
      <dgm:prSet/>
      <dgm:spPr/>
      <dgm:t>
        <a:bodyPr/>
        <a:lstStyle/>
        <a:p>
          <a:endParaRPr lang="en-US"/>
        </a:p>
      </dgm:t>
    </dgm:pt>
    <dgm:pt modelId="{2794DD2A-E353-4BA6-8325-FE45A1A9017A}">
      <dgm:prSet/>
      <dgm:spPr/>
      <dgm:t>
        <a:bodyPr/>
        <a:lstStyle/>
        <a:p>
          <a:r>
            <a:rPr lang="en-US"/>
            <a:t>Feedback</a:t>
          </a:r>
        </a:p>
      </dgm:t>
    </dgm:pt>
    <dgm:pt modelId="{196E64B9-75D8-4AF4-B9E2-2BBEBECA8A95}" type="parTrans" cxnId="{B0088A6A-0EBB-431B-BBB1-F6A08C27848F}">
      <dgm:prSet/>
      <dgm:spPr/>
      <dgm:t>
        <a:bodyPr/>
        <a:lstStyle/>
        <a:p>
          <a:endParaRPr lang="en-US"/>
        </a:p>
      </dgm:t>
    </dgm:pt>
    <dgm:pt modelId="{9D8897CE-DF4C-4311-A15A-9A855B27B98C}" type="sibTrans" cxnId="{B0088A6A-0EBB-431B-BBB1-F6A08C27848F}">
      <dgm:prSet/>
      <dgm:spPr/>
      <dgm:t>
        <a:bodyPr/>
        <a:lstStyle/>
        <a:p>
          <a:endParaRPr lang="en-US"/>
        </a:p>
      </dgm:t>
    </dgm:pt>
    <dgm:pt modelId="{F2D9646F-F130-4CF7-A7FC-888F29E81651}" type="pres">
      <dgm:prSet presAssocID="{F306FF0F-FA52-40AE-B02C-5C995A293416}" presName="Name0" presStyleCnt="0">
        <dgm:presLayoutVars>
          <dgm:chMax val="7"/>
          <dgm:chPref val="5"/>
        </dgm:presLayoutVars>
      </dgm:prSet>
      <dgm:spPr/>
    </dgm:pt>
    <dgm:pt modelId="{9F1591A8-5D51-4E45-A334-DACCA943905F}" type="pres">
      <dgm:prSet presAssocID="{F306FF0F-FA52-40AE-B02C-5C995A293416}" presName="arrowNode" presStyleLbl="node1" presStyleIdx="0" presStyleCnt="1"/>
      <dgm:spPr/>
    </dgm:pt>
    <dgm:pt modelId="{137B8CA0-75F6-42DC-9BD6-F45D069B8D16}" type="pres">
      <dgm:prSet presAssocID="{4D02AA4F-B81B-4237-98D0-4CC14DB87C33}" presName="txNode1" presStyleLbl="revTx" presStyleIdx="0" presStyleCnt="5">
        <dgm:presLayoutVars>
          <dgm:bulletEnabled val="1"/>
        </dgm:presLayoutVars>
      </dgm:prSet>
      <dgm:spPr/>
    </dgm:pt>
    <dgm:pt modelId="{9C97C880-9716-41E2-91B8-3AEA0770D128}" type="pres">
      <dgm:prSet presAssocID="{07DB20C9-BB1F-4F34-AD85-A6AAA17BB1A5}" presName="txNode2" presStyleLbl="revTx" presStyleIdx="1" presStyleCnt="5">
        <dgm:presLayoutVars>
          <dgm:bulletEnabled val="1"/>
        </dgm:presLayoutVars>
      </dgm:prSet>
      <dgm:spPr/>
    </dgm:pt>
    <dgm:pt modelId="{0C11723F-D75A-418E-8C1F-F7F43229E978}" type="pres">
      <dgm:prSet presAssocID="{EC7FBB2D-BB1C-4A41-9883-AB5C0D4B8382}" presName="dotNode2" presStyleCnt="0"/>
      <dgm:spPr/>
    </dgm:pt>
    <dgm:pt modelId="{14C7F32B-B1B9-4CCE-B244-7D6A799D43E7}" type="pres">
      <dgm:prSet presAssocID="{EC7FBB2D-BB1C-4A41-9883-AB5C0D4B8382}" presName="dotRepeatNode" presStyleLbl="fgShp" presStyleIdx="0" presStyleCnt="3"/>
      <dgm:spPr/>
    </dgm:pt>
    <dgm:pt modelId="{3904930D-80F3-4471-AA9C-993173DA2797}" type="pres">
      <dgm:prSet presAssocID="{02E94358-A643-424A-B305-023BF445212E}" presName="txNode3" presStyleLbl="revTx" presStyleIdx="2" presStyleCnt="5">
        <dgm:presLayoutVars>
          <dgm:bulletEnabled val="1"/>
        </dgm:presLayoutVars>
      </dgm:prSet>
      <dgm:spPr/>
    </dgm:pt>
    <dgm:pt modelId="{3F8F9AFC-936D-4284-B03F-3D6DB32B5878}" type="pres">
      <dgm:prSet presAssocID="{7E2665E1-29AC-4B79-B81D-DCC52242F6EE}" presName="dotNode3" presStyleCnt="0"/>
      <dgm:spPr/>
    </dgm:pt>
    <dgm:pt modelId="{6A4E9467-9DA6-42BD-B3AA-3F4E3D223B56}" type="pres">
      <dgm:prSet presAssocID="{7E2665E1-29AC-4B79-B81D-DCC52242F6EE}" presName="dotRepeatNode" presStyleLbl="fgShp" presStyleIdx="1" presStyleCnt="3"/>
      <dgm:spPr/>
    </dgm:pt>
    <dgm:pt modelId="{DA810F0A-FA34-4C8C-94E3-936487DD1731}" type="pres">
      <dgm:prSet presAssocID="{62850223-1503-4CF9-9063-CA99A0C328BB}" presName="txNode4" presStyleLbl="revTx" presStyleIdx="3" presStyleCnt="5">
        <dgm:presLayoutVars>
          <dgm:bulletEnabled val="1"/>
        </dgm:presLayoutVars>
      </dgm:prSet>
      <dgm:spPr/>
    </dgm:pt>
    <dgm:pt modelId="{BDB286C7-B1A6-4A4A-BD70-A6B1ACC7F401}" type="pres">
      <dgm:prSet presAssocID="{A5BD0DCC-8A48-425D-8BCB-9EDB6FA7F169}" presName="dotNode4" presStyleCnt="0"/>
      <dgm:spPr/>
    </dgm:pt>
    <dgm:pt modelId="{71D3679B-4EB9-4A43-B4BB-6D5F089C9545}" type="pres">
      <dgm:prSet presAssocID="{A5BD0DCC-8A48-425D-8BCB-9EDB6FA7F169}" presName="dotRepeatNode" presStyleLbl="fgShp" presStyleIdx="2" presStyleCnt="3"/>
      <dgm:spPr/>
    </dgm:pt>
    <dgm:pt modelId="{5C2ED5E5-6CCA-40D7-88E0-F1880FB15AA6}" type="pres">
      <dgm:prSet presAssocID="{86C3C520-FFAD-4530-A0B3-BB7F73F98253}" presName="txNode5" presStyleLbl="revTx" presStyleIdx="4" presStyleCnt="5">
        <dgm:presLayoutVars>
          <dgm:bulletEnabled val="1"/>
        </dgm:presLayoutVars>
      </dgm:prSet>
      <dgm:spPr/>
    </dgm:pt>
  </dgm:ptLst>
  <dgm:cxnLst>
    <dgm:cxn modelId="{CC8D7500-AA47-4FA7-A2E4-3DFEF3C3376D}" srcId="{02E94358-A643-424A-B305-023BF445212E}" destId="{7BBFE4E7-6F3F-4CB0-828C-52240C68DBC1}" srcOrd="0" destOrd="0" parTransId="{98C2BF98-93D4-45BF-B4C8-E1FD7B183116}" sibTransId="{B5829A0D-D897-4892-A340-566F0B8CAA3C}"/>
    <dgm:cxn modelId="{2C81320E-A266-48BE-B9C9-93FA6008261D}" srcId="{4D02AA4F-B81B-4237-98D0-4CC14DB87C33}" destId="{5C42841A-9412-4625-9EAA-508ED63F0DB2}" srcOrd="1" destOrd="0" parTransId="{1CBFF308-F762-4715-AB3D-685184FDBE13}" sibTransId="{F8E87A77-DCCC-49A0-9181-D0E8A9B8E70D}"/>
    <dgm:cxn modelId="{F44A3D17-56F2-4B57-927C-DEF0F8BF5CEC}" type="presOf" srcId="{22BBD6FF-E636-46F3-8805-F372B083CB24}" destId="{5C2ED5E5-6CCA-40D7-88E0-F1880FB15AA6}" srcOrd="0" destOrd="2" presId="urn:microsoft.com/office/officeart/2009/3/layout/DescendingProcess"/>
    <dgm:cxn modelId="{05E5861D-424E-4275-B127-5EB1A4ECDFB5}" type="presOf" srcId="{A5BD0DCC-8A48-425D-8BCB-9EDB6FA7F169}" destId="{71D3679B-4EB9-4A43-B4BB-6D5F089C9545}" srcOrd="0" destOrd="0" presId="urn:microsoft.com/office/officeart/2009/3/layout/DescendingProcess"/>
    <dgm:cxn modelId="{75A1AC21-F087-4377-89A5-8E7E121ABCCF}" srcId="{02E94358-A643-424A-B305-023BF445212E}" destId="{DCDE2C38-4E71-4E4E-9E28-C514DA8BF12D}" srcOrd="1" destOrd="0" parTransId="{60462E0E-A095-4407-9C00-66318D1DDA2A}" sibTransId="{3178849D-F684-40CA-8D6C-A092889D11C7}"/>
    <dgm:cxn modelId="{B1320623-47CF-43AF-90F4-682565E79F6F}" type="presOf" srcId="{B4AC8788-4F08-4AF3-A5B2-6125740F2A86}" destId="{5C2ED5E5-6CCA-40D7-88E0-F1880FB15AA6}" srcOrd="0" destOrd="1" presId="urn:microsoft.com/office/officeart/2009/3/layout/DescendingProcess"/>
    <dgm:cxn modelId="{2877B62D-1D6E-4120-B651-D21D97F9C4BD}" type="presOf" srcId="{F306FF0F-FA52-40AE-B02C-5C995A293416}" destId="{F2D9646F-F130-4CF7-A7FC-888F29E81651}" srcOrd="0" destOrd="0" presId="urn:microsoft.com/office/officeart/2009/3/layout/DescendingProcess"/>
    <dgm:cxn modelId="{2083F12D-A928-4155-B5D2-C416E3F44EDF}" type="presOf" srcId="{3C3AB0FB-5E31-4876-897A-1EBBA3DB334F}" destId="{9C97C880-9716-41E2-91B8-3AEA0770D128}" srcOrd="0" destOrd="1" presId="urn:microsoft.com/office/officeart/2009/3/layout/DescendingProcess"/>
    <dgm:cxn modelId="{E00B002E-4799-4208-B961-210CBB6B3937}" type="presOf" srcId="{39D37EA0-05EC-40B2-B0B4-43F68895E760}" destId="{9C97C880-9716-41E2-91B8-3AEA0770D128}" srcOrd="0" destOrd="2" presId="urn:microsoft.com/office/officeart/2009/3/layout/DescendingProcess"/>
    <dgm:cxn modelId="{2C79CC2F-79ED-4A6A-A7AF-08AC580843DC}" srcId="{F306FF0F-FA52-40AE-B02C-5C995A293416}" destId="{02E94358-A643-424A-B305-023BF445212E}" srcOrd="2" destOrd="0" parTransId="{20892758-5D1D-49BA-B5E6-7CFD7911C755}" sibTransId="{7E2665E1-29AC-4B79-B81D-DCC52242F6EE}"/>
    <dgm:cxn modelId="{6FF86935-3DDC-4124-B253-CB6D754D784C}" type="presOf" srcId="{7BBFE4E7-6F3F-4CB0-828C-52240C68DBC1}" destId="{3904930D-80F3-4471-AA9C-993173DA2797}" srcOrd="0" destOrd="1" presId="urn:microsoft.com/office/officeart/2009/3/layout/DescendingProcess"/>
    <dgm:cxn modelId="{25A4BB5E-BAC4-4DB3-BBAF-94FEABCF4956}" type="presOf" srcId="{E95DE156-ADDF-447F-893B-50F7266694FB}" destId="{137B8CA0-75F6-42DC-9BD6-F45D069B8D16}" srcOrd="0" destOrd="1" presId="urn:microsoft.com/office/officeart/2009/3/layout/DescendingProcess"/>
    <dgm:cxn modelId="{46B7F65E-B5AC-4F15-8155-B70E9DBF270D}" type="presOf" srcId="{EC7FBB2D-BB1C-4A41-9883-AB5C0D4B8382}" destId="{14C7F32B-B1B9-4CCE-B244-7D6A799D43E7}" srcOrd="0" destOrd="0" presId="urn:microsoft.com/office/officeart/2009/3/layout/DescendingProcess"/>
    <dgm:cxn modelId="{EFA07866-1886-4F0C-9D87-38CB74CA81C8}" srcId="{F306FF0F-FA52-40AE-B02C-5C995A293416}" destId="{07DB20C9-BB1F-4F34-AD85-A6AAA17BB1A5}" srcOrd="1" destOrd="0" parTransId="{85FFE708-BCC7-46A7-B400-22203F6CD39B}" sibTransId="{EC7FBB2D-BB1C-4A41-9883-AB5C0D4B8382}"/>
    <dgm:cxn modelId="{B0088A6A-0EBB-431B-BBB1-F6A08C27848F}" srcId="{86C3C520-FFAD-4530-A0B3-BB7F73F98253}" destId="{2794DD2A-E353-4BA6-8325-FE45A1A9017A}" srcOrd="2" destOrd="0" parTransId="{196E64B9-75D8-4AF4-B9E2-2BBEBECA8A95}" sibTransId="{9D8897CE-DF4C-4311-A15A-9A855B27B98C}"/>
    <dgm:cxn modelId="{1FDAAD6C-DC01-4B39-96A5-F35127225585}" srcId="{86C3C520-FFAD-4530-A0B3-BB7F73F98253}" destId="{22BBD6FF-E636-46F3-8805-F372B083CB24}" srcOrd="1" destOrd="0" parTransId="{78E7B23F-F3DA-4E0C-A53F-1E2ACDA0B51F}" sibTransId="{766D9C7C-8AD4-4D1F-9D5E-A233451350A6}"/>
    <dgm:cxn modelId="{0943ED4C-8E90-461B-A4FE-683B476FB083}" srcId="{07DB20C9-BB1F-4F34-AD85-A6AAA17BB1A5}" destId="{3C7944F8-BDFF-4A84-8719-EE4CCCA87AC9}" srcOrd="2" destOrd="0" parTransId="{C9AB3697-AC24-427E-BDC3-DC3B556025A1}" sibTransId="{930C6490-DAED-4889-9A6D-4DEEED5511E8}"/>
    <dgm:cxn modelId="{24DB1B6F-4786-4CF7-B68A-7E701DA6DA2C}" type="presOf" srcId="{4D02AA4F-B81B-4237-98D0-4CC14DB87C33}" destId="{137B8CA0-75F6-42DC-9BD6-F45D069B8D16}" srcOrd="0" destOrd="0" presId="urn:microsoft.com/office/officeart/2009/3/layout/DescendingProcess"/>
    <dgm:cxn modelId="{BE687D51-2D37-4CF3-B1E7-741F4CB02318}" srcId="{62850223-1503-4CF9-9063-CA99A0C328BB}" destId="{E256AFCB-4620-4FB8-AAB5-6821D784A71A}" srcOrd="1" destOrd="0" parTransId="{74E4CAF9-D3F8-48E9-A8E4-799B7C8EE26F}" sibTransId="{84EF0E53-4D1C-49C3-9F43-300084B76C79}"/>
    <dgm:cxn modelId="{324BA879-4A61-478A-8665-D52161AAD343}" srcId="{62850223-1503-4CF9-9063-CA99A0C328BB}" destId="{58E72CEC-22CD-4BE1-B547-91A645DBDB1D}" srcOrd="0" destOrd="0" parTransId="{C0229B15-59AD-4347-81F2-13DD27FDBCF1}" sibTransId="{EF9227AC-F5BB-4285-87B8-FECE458E9B43}"/>
    <dgm:cxn modelId="{7E91E97A-CCAF-47EA-AC2B-6B9887E6BC5E}" type="presOf" srcId="{86C3C520-FFAD-4530-A0B3-BB7F73F98253}" destId="{5C2ED5E5-6CCA-40D7-88E0-F1880FB15AA6}" srcOrd="0" destOrd="0" presId="urn:microsoft.com/office/officeart/2009/3/layout/DescendingProcess"/>
    <dgm:cxn modelId="{23D7DC84-F1C2-4FF9-81DC-CB53FCB4D1DA}" srcId="{F306FF0F-FA52-40AE-B02C-5C995A293416}" destId="{4D02AA4F-B81B-4237-98D0-4CC14DB87C33}" srcOrd="0" destOrd="0" parTransId="{6924549B-6D3F-4F39-98CE-CFA38097B258}" sibTransId="{03855C0A-0648-495A-B1CC-B701F8CEB522}"/>
    <dgm:cxn modelId="{A118AE9A-921A-4563-9523-AC09277A3ED5}" srcId="{4D02AA4F-B81B-4237-98D0-4CC14DB87C33}" destId="{E95DE156-ADDF-447F-893B-50F7266694FB}" srcOrd="0" destOrd="0" parTransId="{41512E4C-B224-4105-B856-E90F50FFF9D6}" sibTransId="{7C7088CC-6670-45D7-910D-75B906F2E2A9}"/>
    <dgm:cxn modelId="{EE9F88A5-4331-4514-B35A-315AAC27635F}" type="presOf" srcId="{02E94358-A643-424A-B305-023BF445212E}" destId="{3904930D-80F3-4471-AA9C-993173DA2797}" srcOrd="0" destOrd="0" presId="urn:microsoft.com/office/officeart/2009/3/layout/DescendingProcess"/>
    <dgm:cxn modelId="{18D599AA-FE2A-40BA-A4F0-CCAF3F859D89}" srcId="{F306FF0F-FA52-40AE-B02C-5C995A293416}" destId="{86C3C520-FFAD-4530-A0B3-BB7F73F98253}" srcOrd="4" destOrd="0" parTransId="{CD0CA20A-7DE1-469F-8262-FCFBB99F86BE}" sibTransId="{A6CC6116-E39F-494C-A882-4C29FB447062}"/>
    <dgm:cxn modelId="{A3A1E3AB-C626-4AD0-A50D-30D6A7CA3595}" type="presOf" srcId="{3C7944F8-BDFF-4A84-8719-EE4CCCA87AC9}" destId="{9C97C880-9716-41E2-91B8-3AEA0770D128}" srcOrd="0" destOrd="3" presId="urn:microsoft.com/office/officeart/2009/3/layout/DescendingProcess"/>
    <dgm:cxn modelId="{88F568AC-00DD-4420-B65D-C0393134BEB0}" type="presOf" srcId="{2794DD2A-E353-4BA6-8325-FE45A1A9017A}" destId="{5C2ED5E5-6CCA-40D7-88E0-F1880FB15AA6}" srcOrd="0" destOrd="3" presId="urn:microsoft.com/office/officeart/2009/3/layout/DescendingProcess"/>
    <dgm:cxn modelId="{A68DC5B4-3F9E-4431-9AE2-21D0DB47ED9B}" srcId="{86C3C520-FFAD-4530-A0B3-BB7F73F98253}" destId="{B4AC8788-4F08-4AF3-A5B2-6125740F2A86}" srcOrd="0" destOrd="0" parTransId="{DDC56C12-0654-48E5-B6A2-42AB1D4DBD1F}" sibTransId="{93A1D7CA-95CB-45F5-80C4-B99FF777EF62}"/>
    <dgm:cxn modelId="{4F5959BF-1DBA-476D-A035-2C80DB5C420E}" type="presOf" srcId="{5C42841A-9412-4625-9EAA-508ED63F0DB2}" destId="{137B8CA0-75F6-42DC-9BD6-F45D069B8D16}" srcOrd="0" destOrd="2" presId="urn:microsoft.com/office/officeart/2009/3/layout/DescendingProcess"/>
    <dgm:cxn modelId="{A62B9DCD-8300-42C1-A389-2BDF90007BA7}" type="presOf" srcId="{58E72CEC-22CD-4BE1-B547-91A645DBDB1D}" destId="{DA810F0A-FA34-4C8C-94E3-936487DD1731}" srcOrd="0" destOrd="1" presId="urn:microsoft.com/office/officeart/2009/3/layout/DescendingProcess"/>
    <dgm:cxn modelId="{5B9BF8D3-BF4F-4672-9F28-5479B0A095C1}" type="presOf" srcId="{7E2665E1-29AC-4B79-B81D-DCC52242F6EE}" destId="{6A4E9467-9DA6-42BD-B3AA-3F4E3D223B56}" srcOrd="0" destOrd="0" presId="urn:microsoft.com/office/officeart/2009/3/layout/DescendingProcess"/>
    <dgm:cxn modelId="{34DA7ED6-4C26-4F1F-AB1A-19791DD674DD}" type="presOf" srcId="{07DB20C9-BB1F-4F34-AD85-A6AAA17BB1A5}" destId="{9C97C880-9716-41E2-91B8-3AEA0770D128}" srcOrd="0" destOrd="0" presId="urn:microsoft.com/office/officeart/2009/3/layout/DescendingProcess"/>
    <dgm:cxn modelId="{904D5DD7-9EC7-4C5B-AAE7-A7271370FE52}" type="presOf" srcId="{E256AFCB-4620-4FB8-AAB5-6821D784A71A}" destId="{DA810F0A-FA34-4C8C-94E3-936487DD1731}" srcOrd="0" destOrd="2" presId="urn:microsoft.com/office/officeart/2009/3/layout/DescendingProcess"/>
    <dgm:cxn modelId="{179CC7DC-E044-4401-AE90-D84992ED440C}" srcId="{07DB20C9-BB1F-4F34-AD85-A6AAA17BB1A5}" destId="{3C3AB0FB-5E31-4876-897A-1EBBA3DB334F}" srcOrd="0" destOrd="0" parTransId="{43928A0E-909E-4C3E-8E01-7A2BF731DF35}" sibTransId="{E217A423-3EE6-4B7A-9328-CDEAD26B868B}"/>
    <dgm:cxn modelId="{6A5D11DF-3B59-4B86-B6B8-AE1EA7BA1EE9}" srcId="{07DB20C9-BB1F-4F34-AD85-A6AAA17BB1A5}" destId="{39D37EA0-05EC-40B2-B0B4-43F68895E760}" srcOrd="1" destOrd="0" parTransId="{868D9314-7905-4020-B3B6-395274965E02}" sibTransId="{9352A265-8549-4D97-B0FC-AC1B8ECBB1B7}"/>
    <dgm:cxn modelId="{4AC979E0-D452-4442-88C1-B1B7B842EE85}" srcId="{F306FF0F-FA52-40AE-B02C-5C995A293416}" destId="{62850223-1503-4CF9-9063-CA99A0C328BB}" srcOrd="3" destOrd="0" parTransId="{700FAFB8-F1B1-4E7A-B2A6-BE1B7131B0D3}" sibTransId="{A5BD0DCC-8A48-425D-8BCB-9EDB6FA7F169}"/>
    <dgm:cxn modelId="{779117EB-C043-4F32-980D-03AFC39141A6}" type="presOf" srcId="{DCDE2C38-4E71-4E4E-9E28-C514DA8BF12D}" destId="{3904930D-80F3-4471-AA9C-993173DA2797}" srcOrd="0" destOrd="2" presId="urn:microsoft.com/office/officeart/2009/3/layout/DescendingProcess"/>
    <dgm:cxn modelId="{586CF4F4-3B2D-4204-847C-7DC21AF308E0}" type="presOf" srcId="{62850223-1503-4CF9-9063-CA99A0C328BB}" destId="{DA810F0A-FA34-4C8C-94E3-936487DD1731}" srcOrd="0" destOrd="0" presId="urn:microsoft.com/office/officeart/2009/3/layout/DescendingProcess"/>
    <dgm:cxn modelId="{C9EABF07-67D9-4CB5-8AC8-73F05948D33F}" type="presParOf" srcId="{F2D9646F-F130-4CF7-A7FC-888F29E81651}" destId="{9F1591A8-5D51-4E45-A334-DACCA943905F}" srcOrd="0" destOrd="0" presId="urn:microsoft.com/office/officeart/2009/3/layout/DescendingProcess"/>
    <dgm:cxn modelId="{28732487-3603-4B6D-8547-A5F4EEBC0C80}" type="presParOf" srcId="{F2D9646F-F130-4CF7-A7FC-888F29E81651}" destId="{137B8CA0-75F6-42DC-9BD6-F45D069B8D16}" srcOrd="1" destOrd="0" presId="urn:microsoft.com/office/officeart/2009/3/layout/DescendingProcess"/>
    <dgm:cxn modelId="{3765A3D8-244E-4DFB-A892-6391D1AB69D5}" type="presParOf" srcId="{F2D9646F-F130-4CF7-A7FC-888F29E81651}" destId="{9C97C880-9716-41E2-91B8-3AEA0770D128}" srcOrd="2" destOrd="0" presId="urn:microsoft.com/office/officeart/2009/3/layout/DescendingProcess"/>
    <dgm:cxn modelId="{1AA178A3-4842-4E6F-A95F-094BB50F1DB2}" type="presParOf" srcId="{F2D9646F-F130-4CF7-A7FC-888F29E81651}" destId="{0C11723F-D75A-418E-8C1F-F7F43229E978}" srcOrd="3" destOrd="0" presId="urn:microsoft.com/office/officeart/2009/3/layout/DescendingProcess"/>
    <dgm:cxn modelId="{6EF45687-C36F-408C-9884-3AE8CB83030E}" type="presParOf" srcId="{0C11723F-D75A-418E-8C1F-F7F43229E978}" destId="{14C7F32B-B1B9-4CCE-B244-7D6A799D43E7}" srcOrd="0" destOrd="0" presId="urn:microsoft.com/office/officeart/2009/3/layout/DescendingProcess"/>
    <dgm:cxn modelId="{17369684-6300-4155-9907-8FFF415DF100}" type="presParOf" srcId="{F2D9646F-F130-4CF7-A7FC-888F29E81651}" destId="{3904930D-80F3-4471-AA9C-993173DA2797}" srcOrd="4" destOrd="0" presId="urn:microsoft.com/office/officeart/2009/3/layout/DescendingProcess"/>
    <dgm:cxn modelId="{D284C753-72C3-48A7-BE83-0E7B50AA62B1}" type="presParOf" srcId="{F2D9646F-F130-4CF7-A7FC-888F29E81651}" destId="{3F8F9AFC-936D-4284-B03F-3D6DB32B5878}" srcOrd="5" destOrd="0" presId="urn:microsoft.com/office/officeart/2009/3/layout/DescendingProcess"/>
    <dgm:cxn modelId="{3E7980FC-B858-4C19-A536-8A4297F947BF}" type="presParOf" srcId="{3F8F9AFC-936D-4284-B03F-3D6DB32B5878}" destId="{6A4E9467-9DA6-42BD-B3AA-3F4E3D223B56}" srcOrd="0" destOrd="0" presId="urn:microsoft.com/office/officeart/2009/3/layout/DescendingProcess"/>
    <dgm:cxn modelId="{DD0150B2-6B56-42A3-907C-6D9A2C160CE8}" type="presParOf" srcId="{F2D9646F-F130-4CF7-A7FC-888F29E81651}" destId="{DA810F0A-FA34-4C8C-94E3-936487DD1731}" srcOrd="6" destOrd="0" presId="urn:microsoft.com/office/officeart/2009/3/layout/DescendingProcess"/>
    <dgm:cxn modelId="{7C93FD78-4136-4E15-A075-3007AFCB3633}" type="presParOf" srcId="{F2D9646F-F130-4CF7-A7FC-888F29E81651}" destId="{BDB286C7-B1A6-4A4A-BD70-A6B1ACC7F401}" srcOrd="7" destOrd="0" presId="urn:microsoft.com/office/officeart/2009/3/layout/DescendingProcess"/>
    <dgm:cxn modelId="{12A60146-8203-4F17-AF49-55AF6DD4AD44}" type="presParOf" srcId="{BDB286C7-B1A6-4A4A-BD70-A6B1ACC7F401}" destId="{71D3679B-4EB9-4A43-B4BB-6D5F089C9545}" srcOrd="0" destOrd="0" presId="urn:microsoft.com/office/officeart/2009/3/layout/DescendingProcess"/>
    <dgm:cxn modelId="{3F803453-D77E-4886-BDA1-605A83CB125F}" type="presParOf" srcId="{F2D9646F-F130-4CF7-A7FC-888F29E81651}" destId="{5C2ED5E5-6CCA-40D7-88E0-F1880FB15AA6}" srcOrd="8" destOrd="0" presId="urn:microsoft.com/office/officeart/2009/3/layout/Descending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9D9B7F-1510-44EA-AC6B-AABA8827B13A}" type="doc">
      <dgm:prSet loTypeId="urn:microsoft.com/office/officeart/2005/8/layout/cycle8" loCatId="cycle" qsTypeId="urn:microsoft.com/office/officeart/2005/8/quickstyle/simple1" qsCatId="simple" csTypeId="urn:microsoft.com/office/officeart/2005/8/colors/accent1_2" csCatId="accent1" phldr="1"/>
      <dgm:spPr/>
    </dgm:pt>
    <dgm:pt modelId="{FD6BDCE2-F4C6-44F8-A487-EF7D6527B69E}">
      <dgm:prSet phldrT="[Text]"/>
      <dgm:spPr/>
      <dgm:t>
        <a:bodyPr/>
        <a:lstStyle/>
        <a:p>
          <a:r>
            <a:rPr lang="en-US"/>
            <a:t>Inspection</a:t>
          </a:r>
        </a:p>
      </dgm:t>
    </dgm:pt>
    <dgm:pt modelId="{42B86913-2EDC-4EAA-AB37-641A845B52F0}" type="parTrans" cxnId="{D108E635-6961-450F-8B42-7AB62070ABC0}">
      <dgm:prSet/>
      <dgm:spPr/>
      <dgm:t>
        <a:bodyPr/>
        <a:lstStyle/>
        <a:p>
          <a:endParaRPr lang="en-US"/>
        </a:p>
      </dgm:t>
    </dgm:pt>
    <dgm:pt modelId="{C3E024FA-6EF7-4F25-A24C-2F86E710EA1A}" type="sibTrans" cxnId="{D108E635-6961-450F-8B42-7AB62070ABC0}">
      <dgm:prSet/>
      <dgm:spPr/>
      <dgm:t>
        <a:bodyPr/>
        <a:lstStyle/>
        <a:p>
          <a:endParaRPr lang="en-US"/>
        </a:p>
      </dgm:t>
    </dgm:pt>
    <dgm:pt modelId="{82CFCC18-852B-47AF-9058-C1EFF0FA1890}">
      <dgm:prSet phldrT="[Text]"/>
      <dgm:spPr/>
      <dgm:t>
        <a:bodyPr/>
        <a:lstStyle/>
        <a:p>
          <a:r>
            <a:rPr lang="en-US"/>
            <a:t>Adaptation</a:t>
          </a:r>
        </a:p>
      </dgm:t>
    </dgm:pt>
    <dgm:pt modelId="{67D8C0F3-8ABA-4C19-ACF3-30B73D6C69E6}" type="parTrans" cxnId="{0AD69A81-C290-4F67-B009-ADD6CDAE6A3C}">
      <dgm:prSet/>
      <dgm:spPr/>
      <dgm:t>
        <a:bodyPr/>
        <a:lstStyle/>
        <a:p>
          <a:endParaRPr lang="en-US"/>
        </a:p>
      </dgm:t>
    </dgm:pt>
    <dgm:pt modelId="{B47F4D19-5447-41C0-A8D8-3B493281DEDA}" type="sibTrans" cxnId="{0AD69A81-C290-4F67-B009-ADD6CDAE6A3C}">
      <dgm:prSet/>
      <dgm:spPr/>
      <dgm:t>
        <a:bodyPr/>
        <a:lstStyle/>
        <a:p>
          <a:endParaRPr lang="en-US"/>
        </a:p>
      </dgm:t>
    </dgm:pt>
    <dgm:pt modelId="{2A3B7344-E18C-4A36-B50A-239D4317B4E5}">
      <dgm:prSet phldrT="[Text]"/>
      <dgm:spPr/>
      <dgm:t>
        <a:bodyPr/>
        <a:lstStyle/>
        <a:p>
          <a:r>
            <a:rPr lang="en-US"/>
            <a:t>Tranperency</a:t>
          </a:r>
        </a:p>
      </dgm:t>
    </dgm:pt>
    <dgm:pt modelId="{88166004-5666-4CF4-A257-950F555B9285}" type="parTrans" cxnId="{A05754E5-D6ED-49A4-9AD5-C4B162442C48}">
      <dgm:prSet/>
      <dgm:spPr/>
      <dgm:t>
        <a:bodyPr/>
        <a:lstStyle/>
        <a:p>
          <a:endParaRPr lang="en-US"/>
        </a:p>
      </dgm:t>
    </dgm:pt>
    <dgm:pt modelId="{4B1D7236-3601-4F71-AA69-B5959F8738FD}" type="sibTrans" cxnId="{A05754E5-D6ED-49A4-9AD5-C4B162442C48}">
      <dgm:prSet/>
      <dgm:spPr/>
      <dgm:t>
        <a:bodyPr/>
        <a:lstStyle/>
        <a:p>
          <a:endParaRPr lang="en-US"/>
        </a:p>
      </dgm:t>
    </dgm:pt>
    <dgm:pt modelId="{59A7DB1E-8586-4DAC-BBD8-4138BC3564EF}" type="pres">
      <dgm:prSet presAssocID="{089D9B7F-1510-44EA-AC6B-AABA8827B13A}" presName="compositeShape" presStyleCnt="0">
        <dgm:presLayoutVars>
          <dgm:chMax val="7"/>
          <dgm:dir/>
          <dgm:resizeHandles val="exact"/>
        </dgm:presLayoutVars>
      </dgm:prSet>
      <dgm:spPr/>
    </dgm:pt>
    <dgm:pt modelId="{1E5D4CC6-28B8-4777-8FF7-93E532B60C3D}" type="pres">
      <dgm:prSet presAssocID="{089D9B7F-1510-44EA-AC6B-AABA8827B13A}" presName="wedge1" presStyleLbl="node1" presStyleIdx="0" presStyleCnt="3"/>
      <dgm:spPr/>
    </dgm:pt>
    <dgm:pt modelId="{63000460-6148-4A06-8DCA-ED3DE78A4F0E}" type="pres">
      <dgm:prSet presAssocID="{089D9B7F-1510-44EA-AC6B-AABA8827B13A}" presName="dummy1a" presStyleCnt="0"/>
      <dgm:spPr/>
    </dgm:pt>
    <dgm:pt modelId="{106DD0AA-5B82-4550-A56D-52175E16E8EF}" type="pres">
      <dgm:prSet presAssocID="{089D9B7F-1510-44EA-AC6B-AABA8827B13A}" presName="dummy1b" presStyleCnt="0"/>
      <dgm:spPr/>
    </dgm:pt>
    <dgm:pt modelId="{9FC3B152-A954-44A4-BACF-DCE16C0043DF}" type="pres">
      <dgm:prSet presAssocID="{089D9B7F-1510-44EA-AC6B-AABA8827B13A}" presName="wedge1Tx" presStyleLbl="node1" presStyleIdx="0" presStyleCnt="3">
        <dgm:presLayoutVars>
          <dgm:chMax val="0"/>
          <dgm:chPref val="0"/>
          <dgm:bulletEnabled val="1"/>
        </dgm:presLayoutVars>
      </dgm:prSet>
      <dgm:spPr/>
    </dgm:pt>
    <dgm:pt modelId="{2BAF7D65-5BDC-4730-8D8C-20D37FCDEFF7}" type="pres">
      <dgm:prSet presAssocID="{089D9B7F-1510-44EA-AC6B-AABA8827B13A}" presName="wedge2" presStyleLbl="node1" presStyleIdx="1" presStyleCnt="3"/>
      <dgm:spPr/>
    </dgm:pt>
    <dgm:pt modelId="{5523ED95-4625-4974-AC65-B022EDDDEED3}" type="pres">
      <dgm:prSet presAssocID="{089D9B7F-1510-44EA-AC6B-AABA8827B13A}" presName="dummy2a" presStyleCnt="0"/>
      <dgm:spPr/>
    </dgm:pt>
    <dgm:pt modelId="{CFD57435-5DFF-4E7E-AA16-AE62577813FC}" type="pres">
      <dgm:prSet presAssocID="{089D9B7F-1510-44EA-AC6B-AABA8827B13A}" presName="dummy2b" presStyleCnt="0"/>
      <dgm:spPr/>
    </dgm:pt>
    <dgm:pt modelId="{E22E1549-F32F-4B44-A833-ABE66D2A2634}" type="pres">
      <dgm:prSet presAssocID="{089D9B7F-1510-44EA-AC6B-AABA8827B13A}" presName="wedge2Tx" presStyleLbl="node1" presStyleIdx="1" presStyleCnt="3">
        <dgm:presLayoutVars>
          <dgm:chMax val="0"/>
          <dgm:chPref val="0"/>
          <dgm:bulletEnabled val="1"/>
        </dgm:presLayoutVars>
      </dgm:prSet>
      <dgm:spPr/>
    </dgm:pt>
    <dgm:pt modelId="{253B80EC-119C-430F-AFC6-DD1F8F864DC0}" type="pres">
      <dgm:prSet presAssocID="{089D9B7F-1510-44EA-AC6B-AABA8827B13A}" presName="wedge3" presStyleLbl="node1" presStyleIdx="2" presStyleCnt="3"/>
      <dgm:spPr/>
    </dgm:pt>
    <dgm:pt modelId="{A69A4B39-33E1-4116-887A-131A455BF71E}" type="pres">
      <dgm:prSet presAssocID="{089D9B7F-1510-44EA-AC6B-AABA8827B13A}" presName="dummy3a" presStyleCnt="0"/>
      <dgm:spPr/>
    </dgm:pt>
    <dgm:pt modelId="{D6C113CF-18D4-43C9-A615-BB7D78F9F839}" type="pres">
      <dgm:prSet presAssocID="{089D9B7F-1510-44EA-AC6B-AABA8827B13A}" presName="dummy3b" presStyleCnt="0"/>
      <dgm:spPr/>
    </dgm:pt>
    <dgm:pt modelId="{F7D276F6-8556-4C3C-99E5-80428276BAED}" type="pres">
      <dgm:prSet presAssocID="{089D9B7F-1510-44EA-AC6B-AABA8827B13A}" presName="wedge3Tx" presStyleLbl="node1" presStyleIdx="2" presStyleCnt="3">
        <dgm:presLayoutVars>
          <dgm:chMax val="0"/>
          <dgm:chPref val="0"/>
          <dgm:bulletEnabled val="1"/>
        </dgm:presLayoutVars>
      </dgm:prSet>
      <dgm:spPr/>
    </dgm:pt>
    <dgm:pt modelId="{022B43C7-2D3E-4D2D-B0D1-DEDEF914FE04}" type="pres">
      <dgm:prSet presAssocID="{C3E024FA-6EF7-4F25-A24C-2F86E710EA1A}" presName="arrowWedge1" presStyleLbl="fgSibTrans2D1" presStyleIdx="0" presStyleCnt="3"/>
      <dgm:spPr/>
    </dgm:pt>
    <dgm:pt modelId="{4D61712A-4A10-4C5D-A34F-AC667B319CA5}" type="pres">
      <dgm:prSet presAssocID="{B47F4D19-5447-41C0-A8D8-3B493281DEDA}" presName="arrowWedge2" presStyleLbl="fgSibTrans2D1" presStyleIdx="1" presStyleCnt="3"/>
      <dgm:spPr/>
    </dgm:pt>
    <dgm:pt modelId="{58221DE0-9BA9-47D1-85FE-9728B05BD1B4}" type="pres">
      <dgm:prSet presAssocID="{4B1D7236-3601-4F71-AA69-B5959F8738FD}" presName="arrowWedge3" presStyleLbl="fgSibTrans2D1" presStyleIdx="2" presStyleCnt="3"/>
      <dgm:spPr/>
    </dgm:pt>
  </dgm:ptLst>
  <dgm:cxnLst>
    <dgm:cxn modelId="{D108E635-6961-450F-8B42-7AB62070ABC0}" srcId="{089D9B7F-1510-44EA-AC6B-AABA8827B13A}" destId="{FD6BDCE2-F4C6-44F8-A487-EF7D6527B69E}" srcOrd="0" destOrd="0" parTransId="{42B86913-2EDC-4EAA-AB37-641A845B52F0}" sibTransId="{C3E024FA-6EF7-4F25-A24C-2F86E710EA1A}"/>
    <dgm:cxn modelId="{8A7D523E-796E-4B9E-BA63-0D6C48FA8D85}" type="presOf" srcId="{FD6BDCE2-F4C6-44F8-A487-EF7D6527B69E}" destId="{1E5D4CC6-28B8-4777-8FF7-93E532B60C3D}" srcOrd="0" destOrd="0" presId="urn:microsoft.com/office/officeart/2005/8/layout/cycle8"/>
    <dgm:cxn modelId="{C19ED142-EEA4-45F6-92FB-B5902EABDA5C}" type="presOf" srcId="{82CFCC18-852B-47AF-9058-C1EFF0FA1890}" destId="{2BAF7D65-5BDC-4730-8D8C-20D37FCDEFF7}" srcOrd="0" destOrd="0" presId="urn:microsoft.com/office/officeart/2005/8/layout/cycle8"/>
    <dgm:cxn modelId="{C5B6D84C-0257-4673-B58E-1C4B273BA45F}" type="presOf" srcId="{2A3B7344-E18C-4A36-B50A-239D4317B4E5}" destId="{F7D276F6-8556-4C3C-99E5-80428276BAED}" srcOrd="1" destOrd="0" presId="urn:microsoft.com/office/officeart/2005/8/layout/cycle8"/>
    <dgm:cxn modelId="{BD22EA6E-CD1F-4F19-8B71-DACB481CA157}" type="presOf" srcId="{FD6BDCE2-F4C6-44F8-A487-EF7D6527B69E}" destId="{9FC3B152-A954-44A4-BACF-DCE16C0043DF}" srcOrd="1" destOrd="0" presId="urn:microsoft.com/office/officeart/2005/8/layout/cycle8"/>
    <dgm:cxn modelId="{0AD69A81-C290-4F67-B009-ADD6CDAE6A3C}" srcId="{089D9B7F-1510-44EA-AC6B-AABA8827B13A}" destId="{82CFCC18-852B-47AF-9058-C1EFF0FA1890}" srcOrd="1" destOrd="0" parTransId="{67D8C0F3-8ABA-4C19-ACF3-30B73D6C69E6}" sibTransId="{B47F4D19-5447-41C0-A8D8-3B493281DEDA}"/>
    <dgm:cxn modelId="{C443B69C-46FB-42AE-8236-75A62A04326D}" type="presOf" srcId="{2A3B7344-E18C-4A36-B50A-239D4317B4E5}" destId="{253B80EC-119C-430F-AFC6-DD1F8F864DC0}" srcOrd="0" destOrd="0" presId="urn:microsoft.com/office/officeart/2005/8/layout/cycle8"/>
    <dgm:cxn modelId="{71E14BDE-2701-42EB-BFDC-ADFD137838CD}" type="presOf" srcId="{089D9B7F-1510-44EA-AC6B-AABA8827B13A}" destId="{59A7DB1E-8586-4DAC-BBD8-4138BC3564EF}" srcOrd="0" destOrd="0" presId="urn:microsoft.com/office/officeart/2005/8/layout/cycle8"/>
    <dgm:cxn modelId="{A05754E5-D6ED-49A4-9AD5-C4B162442C48}" srcId="{089D9B7F-1510-44EA-AC6B-AABA8827B13A}" destId="{2A3B7344-E18C-4A36-B50A-239D4317B4E5}" srcOrd="2" destOrd="0" parTransId="{88166004-5666-4CF4-A257-950F555B9285}" sibTransId="{4B1D7236-3601-4F71-AA69-B5959F8738FD}"/>
    <dgm:cxn modelId="{3EED86F7-31BD-47A8-B1E8-7F2A25A6B4B4}" type="presOf" srcId="{82CFCC18-852B-47AF-9058-C1EFF0FA1890}" destId="{E22E1549-F32F-4B44-A833-ABE66D2A2634}" srcOrd="1" destOrd="0" presId="urn:microsoft.com/office/officeart/2005/8/layout/cycle8"/>
    <dgm:cxn modelId="{A78C0984-F32B-485D-B0D9-B421E116A7F3}" type="presParOf" srcId="{59A7DB1E-8586-4DAC-BBD8-4138BC3564EF}" destId="{1E5D4CC6-28B8-4777-8FF7-93E532B60C3D}" srcOrd="0" destOrd="0" presId="urn:microsoft.com/office/officeart/2005/8/layout/cycle8"/>
    <dgm:cxn modelId="{F5805B3B-6166-4D46-B4E5-90DC604DBB07}" type="presParOf" srcId="{59A7DB1E-8586-4DAC-BBD8-4138BC3564EF}" destId="{63000460-6148-4A06-8DCA-ED3DE78A4F0E}" srcOrd="1" destOrd="0" presId="urn:microsoft.com/office/officeart/2005/8/layout/cycle8"/>
    <dgm:cxn modelId="{BA2D0381-CD2A-4381-A4C9-2EB65E6D1709}" type="presParOf" srcId="{59A7DB1E-8586-4DAC-BBD8-4138BC3564EF}" destId="{106DD0AA-5B82-4550-A56D-52175E16E8EF}" srcOrd="2" destOrd="0" presId="urn:microsoft.com/office/officeart/2005/8/layout/cycle8"/>
    <dgm:cxn modelId="{C26B22FF-E24F-4080-86E3-6D10C5FC4D0A}" type="presParOf" srcId="{59A7DB1E-8586-4DAC-BBD8-4138BC3564EF}" destId="{9FC3B152-A954-44A4-BACF-DCE16C0043DF}" srcOrd="3" destOrd="0" presId="urn:microsoft.com/office/officeart/2005/8/layout/cycle8"/>
    <dgm:cxn modelId="{F04C4ED5-F4D9-47C0-9321-D16BD98C5810}" type="presParOf" srcId="{59A7DB1E-8586-4DAC-BBD8-4138BC3564EF}" destId="{2BAF7D65-5BDC-4730-8D8C-20D37FCDEFF7}" srcOrd="4" destOrd="0" presId="urn:microsoft.com/office/officeart/2005/8/layout/cycle8"/>
    <dgm:cxn modelId="{5A0F5A1A-756B-4B28-AB4B-541FA5109275}" type="presParOf" srcId="{59A7DB1E-8586-4DAC-BBD8-4138BC3564EF}" destId="{5523ED95-4625-4974-AC65-B022EDDDEED3}" srcOrd="5" destOrd="0" presId="urn:microsoft.com/office/officeart/2005/8/layout/cycle8"/>
    <dgm:cxn modelId="{8C81DFD2-6AD5-4F58-9D7C-82D4F4C1D380}" type="presParOf" srcId="{59A7DB1E-8586-4DAC-BBD8-4138BC3564EF}" destId="{CFD57435-5DFF-4E7E-AA16-AE62577813FC}" srcOrd="6" destOrd="0" presId="urn:microsoft.com/office/officeart/2005/8/layout/cycle8"/>
    <dgm:cxn modelId="{FAC7C6EE-43E2-4DD7-93E4-6166A8A71C10}" type="presParOf" srcId="{59A7DB1E-8586-4DAC-BBD8-4138BC3564EF}" destId="{E22E1549-F32F-4B44-A833-ABE66D2A2634}" srcOrd="7" destOrd="0" presId="urn:microsoft.com/office/officeart/2005/8/layout/cycle8"/>
    <dgm:cxn modelId="{7C3C8AD5-BAB4-400A-8877-E9A8D66E8149}" type="presParOf" srcId="{59A7DB1E-8586-4DAC-BBD8-4138BC3564EF}" destId="{253B80EC-119C-430F-AFC6-DD1F8F864DC0}" srcOrd="8" destOrd="0" presId="urn:microsoft.com/office/officeart/2005/8/layout/cycle8"/>
    <dgm:cxn modelId="{0C40C116-B86F-450C-BC3D-ACA83F9BC172}" type="presParOf" srcId="{59A7DB1E-8586-4DAC-BBD8-4138BC3564EF}" destId="{A69A4B39-33E1-4116-887A-131A455BF71E}" srcOrd="9" destOrd="0" presId="urn:microsoft.com/office/officeart/2005/8/layout/cycle8"/>
    <dgm:cxn modelId="{DF3F2908-5A34-4B1A-88AA-A09D1F2F6B77}" type="presParOf" srcId="{59A7DB1E-8586-4DAC-BBD8-4138BC3564EF}" destId="{D6C113CF-18D4-43C9-A615-BB7D78F9F839}" srcOrd="10" destOrd="0" presId="urn:microsoft.com/office/officeart/2005/8/layout/cycle8"/>
    <dgm:cxn modelId="{04940518-D2F7-44CE-AF9D-45368258D16A}" type="presParOf" srcId="{59A7DB1E-8586-4DAC-BBD8-4138BC3564EF}" destId="{F7D276F6-8556-4C3C-99E5-80428276BAED}" srcOrd="11" destOrd="0" presId="urn:microsoft.com/office/officeart/2005/8/layout/cycle8"/>
    <dgm:cxn modelId="{26F8CE49-B8C8-4F06-9B94-C21CFA46B2E9}" type="presParOf" srcId="{59A7DB1E-8586-4DAC-BBD8-4138BC3564EF}" destId="{022B43C7-2D3E-4D2D-B0D1-DEDEF914FE04}" srcOrd="12" destOrd="0" presId="urn:microsoft.com/office/officeart/2005/8/layout/cycle8"/>
    <dgm:cxn modelId="{18CB11B3-22E5-45B4-8571-9D6DE23630D6}" type="presParOf" srcId="{59A7DB1E-8586-4DAC-BBD8-4138BC3564EF}" destId="{4D61712A-4A10-4C5D-A34F-AC667B319CA5}" srcOrd="13" destOrd="0" presId="urn:microsoft.com/office/officeart/2005/8/layout/cycle8"/>
    <dgm:cxn modelId="{BC62593F-A740-4066-89C3-BFBC780834A0}" type="presParOf" srcId="{59A7DB1E-8586-4DAC-BBD8-4138BC3564EF}" destId="{58221DE0-9BA9-47D1-85FE-9728B05BD1B4}"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3A44A5-2BB6-43DC-9CE2-0F15D1EDD97A}">
      <dsp:nvSpPr>
        <dsp:cNvPr id="0" name=""/>
        <dsp:cNvSpPr/>
      </dsp:nvSpPr>
      <dsp:spPr>
        <a:xfrm rot="5400000">
          <a:off x="2106211" y="705263"/>
          <a:ext cx="613779" cy="698766"/>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41CF60-6B44-441E-8E76-1913AD5B36B0}">
      <dsp:nvSpPr>
        <dsp:cNvPr id="0" name=""/>
        <dsp:cNvSpPr/>
      </dsp:nvSpPr>
      <dsp:spPr>
        <a:xfrm>
          <a:off x="1943596" y="24875"/>
          <a:ext cx="1033243" cy="723237"/>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Requirement</a:t>
          </a:r>
        </a:p>
      </dsp:txBody>
      <dsp:txXfrm>
        <a:off x="1978908" y="60187"/>
        <a:ext cx="962619" cy="652613"/>
      </dsp:txXfrm>
    </dsp:sp>
    <dsp:sp modelId="{8389AE43-E130-4893-8FD8-9A4ECEEEB7EF}">
      <dsp:nvSpPr>
        <dsp:cNvPr id="0" name=""/>
        <dsp:cNvSpPr/>
      </dsp:nvSpPr>
      <dsp:spPr>
        <a:xfrm>
          <a:off x="2976840" y="93852"/>
          <a:ext cx="751483" cy="584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en-US" sz="800" kern="1200"/>
            <a:t>Thu thập yêu cầu</a:t>
          </a:r>
        </a:p>
      </dsp:txBody>
      <dsp:txXfrm>
        <a:off x="2976840" y="93852"/>
        <a:ext cx="751483" cy="584552"/>
      </dsp:txXfrm>
    </dsp:sp>
    <dsp:sp modelId="{287E8009-4314-43F5-A59C-DCE4040B18C7}">
      <dsp:nvSpPr>
        <dsp:cNvPr id="0" name=""/>
        <dsp:cNvSpPr/>
      </dsp:nvSpPr>
      <dsp:spPr>
        <a:xfrm rot="5400000">
          <a:off x="2962880" y="1517697"/>
          <a:ext cx="613779" cy="698766"/>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2CB8E3-D530-4750-B464-11CC3E8D72EB}">
      <dsp:nvSpPr>
        <dsp:cNvPr id="0" name=""/>
        <dsp:cNvSpPr/>
      </dsp:nvSpPr>
      <dsp:spPr>
        <a:xfrm>
          <a:off x="2800265" y="837309"/>
          <a:ext cx="1033243" cy="723237"/>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Design</a:t>
          </a:r>
        </a:p>
      </dsp:txBody>
      <dsp:txXfrm>
        <a:off x="2835577" y="872621"/>
        <a:ext cx="962619" cy="652613"/>
      </dsp:txXfrm>
    </dsp:sp>
    <dsp:sp modelId="{0A2032C6-0E29-4333-BBA2-35C6E2CE32C3}">
      <dsp:nvSpPr>
        <dsp:cNvPr id="0" name=""/>
        <dsp:cNvSpPr/>
      </dsp:nvSpPr>
      <dsp:spPr>
        <a:xfrm>
          <a:off x="3833509" y="906286"/>
          <a:ext cx="751483" cy="584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en-US" sz="800" kern="1200"/>
            <a:t>Thiết kế</a:t>
          </a:r>
        </a:p>
      </dsp:txBody>
      <dsp:txXfrm>
        <a:off x="3833509" y="906286"/>
        <a:ext cx="751483" cy="584552"/>
      </dsp:txXfrm>
    </dsp:sp>
    <dsp:sp modelId="{70BAE6EA-5AA1-44FF-8ABD-884F1B346255}">
      <dsp:nvSpPr>
        <dsp:cNvPr id="0" name=""/>
        <dsp:cNvSpPr/>
      </dsp:nvSpPr>
      <dsp:spPr>
        <a:xfrm rot="5400000">
          <a:off x="3819549" y="2330131"/>
          <a:ext cx="613779" cy="698766"/>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ABD5D5-9FD1-4435-A109-A430F0C15A98}">
      <dsp:nvSpPr>
        <dsp:cNvPr id="0" name=""/>
        <dsp:cNvSpPr/>
      </dsp:nvSpPr>
      <dsp:spPr>
        <a:xfrm>
          <a:off x="3656934" y="1649743"/>
          <a:ext cx="1033243" cy="723237"/>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Implementation</a:t>
          </a:r>
        </a:p>
      </dsp:txBody>
      <dsp:txXfrm>
        <a:off x="3692246" y="1685055"/>
        <a:ext cx="962619" cy="652613"/>
      </dsp:txXfrm>
    </dsp:sp>
    <dsp:sp modelId="{57C52D55-A03B-429D-BCAC-54CACE173EA0}">
      <dsp:nvSpPr>
        <dsp:cNvPr id="0" name=""/>
        <dsp:cNvSpPr/>
      </dsp:nvSpPr>
      <dsp:spPr>
        <a:xfrm>
          <a:off x="4690178" y="1718721"/>
          <a:ext cx="751483" cy="584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en-US" sz="800" kern="1200"/>
            <a:t>Hiện thực</a:t>
          </a:r>
        </a:p>
      </dsp:txBody>
      <dsp:txXfrm>
        <a:off x="4690178" y="1718721"/>
        <a:ext cx="751483" cy="584552"/>
      </dsp:txXfrm>
    </dsp:sp>
    <dsp:sp modelId="{C1E285BA-0738-4237-89EB-8D6E79772D75}">
      <dsp:nvSpPr>
        <dsp:cNvPr id="0" name=""/>
        <dsp:cNvSpPr/>
      </dsp:nvSpPr>
      <dsp:spPr>
        <a:xfrm rot="5400000">
          <a:off x="4676218" y="3142565"/>
          <a:ext cx="613779" cy="698766"/>
        </a:xfrm>
        <a:prstGeom prst="bentUpArrow">
          <a:avLst>
            <a:gd name="adj1" fmla="val 32840"/>
            <a:gd name="adj2" fmla="val 25000"/>
            <a:gd name="adj3" fmla="val 35780"/>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4245F6-E82A-4BC0-A32C-3E9A7841E2FD}">
      <dsp:nvSpPr>
        <dsp:cNvPr id="0" name=""/>
        <dsp:cNvSpPr/>
      </dsp:nvSpPr>
      <dsp:spPr>
        <a:xfrm>
          <a:off x="4513603" y="2462177"/>
          <a:ext cx="1033243" cy="723237"/>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Testing</a:t>
          </a:r>
        </a:p>
      </dsp:txBody>
      <dsp:txXfrm>
        <a:off x="4548915" y="2497489"/>
        <a:ext cx="962619" cy="652613"/>
      </dsp:txXfrm>
    </dsp:sp>
    <dsp:sp modelId="{A5C98000-11AE-4357-A1E1-516F20B2F084}">
      <dsp:nvSpPr>
        <dsp:cNvPr id="0" name=""/>
        <dsp:cNvSpPr/>
      </dsp:nvSpPr>
      <dsp:spPr>
        <a:xfrm>
          <a:off x="5546847" y="2531155"/>
          <a:ext cx="751483" cy="584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r>
            <a:rPr lang="en-US" sz="800" kern="1200"/>
            <a:t>Kiểm thử</a:t>
          </a:r>
        </a:p>
      </dsp:txBody>
      <dsp:txXfrm>
        <a:off x="5546847" y="2531155"/>
        <a:ext cx="751483" cy="584552"/>
      </dsp:txXfrm>
    </dsp:sp>
    <dsp:sp modelId="{ED4B62B4-0438-460A-9DB0-690F99388CF4}">
      <dsp:nvSpPr>
        <dsp:cNvPr id="0" name=""/>
        <dsp:cNvSpPr/>
      </dsp:nvSpPr>
      <dsp:spPr>
        <a:xfrm>
          <a:off x="5370272" y="3274612"/>
          <a:ext cx="1033243" cy="723237"/>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Deploy</a:t>
          </a:r>
        </a:p>
      </dsp:txBody>
      <dsp:txXfrm>
        <a:off x="5405584" y="3309924"/>
        <a:ext cx="962619" cy="652613"/>
      </dsp:txXfrm>
    </dsp:sp>
    <dsp:sp modelId="{A8A5FB1F-C1B3-451D-9047-39B31FB9C8D9}">
      <dsp:nvSpPr>
        <dsp:cNvPr id="0" name=""/>
        <dsp:cNvSpPr/>
      </dsp:nvSpPr>
      <dsp:spPr>
        <a:xfrm>
          <a:off x="6403516" y="3343589"/>
          <a:ext cx="751483" cy="584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114300" lvl="1" indent="-114300" algn="l" defTabSz="666750">
            <a:lnSpc>
              <a:spcPct val="90000"/>
            </a:lnSpc>
            <a:spcBef>
              <a:spcPct val="0"/>
            </a:spcBef>
            <a:spcAft>
              <a:spcPct val="15000"/>
            </a:spcAft>
            <a:buChar char="•"/>
          </a:pPr>
          <a:r>
            <a:rPr lang="en-US" sz="1500" kern="1200"/>
            <a:t>Triển khai</a:t>
          </a:r>
        </a:p>
      </dsp:txBody>
      <dsp:txXfrm>
        <a:off x="6403516" y="3343589"/>
        <a:ext cx="751483" cy="5845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EE8D98-D7FC-45F3-BBC3-960A40AA7FF2}">
      <dsp:nvSpPr>
        <dsp:cNvPr id="0" name=""/>
        <dsp:cNvSpPr/>
      </dsp:nvSpPr>
      <dsp:spPr>
        <a:xfrm rot="10800000">
          <a:off x="8200622" y="2199408"/>
          <a:ext cx="1853549" cy="1111698"/>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F2351A-8C89-4A6E-B3A5-00F7730311C4}">
      <dsp:nvSpPr>
        <dsp:cNvPr id="0" name=""/>
        <dsp:cNvSpPr/>
      </dsp:nvSpPr>
      <dsp:spPr>
        <a:xfrm>
          <a:off x="8196915" y="2383041"/>
          <a:ext cx="1671901" cy="14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Vận hành và bảo trì</a:t>
          </a:r>
        </a:p>
      </dsp:txBody>
      <dsp:txXfrm>
        <a:off x="8196915" y="2383041"/>
        <a:ext cx="1671901" cy="1463894"/>
      </dsp:txXfrm>
    </dsp:sp>
    <dsp:sp modelId="{C9EEA277-38F1-435C-8CA3-C2E650A0F399}">
      <dsp:nvSpPr>
        <dsp:cNvPr id="0" name=""/>
        <dsp:cNvSpPr/>
      </dsp:nvSpPr>
      <dsp:spPr>
        <a:xfrm rot="5400000">
          <a:off x="8196915" y="1694149"/>
          <a:ext cx="315103" cy="315103"/>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2A0D0D-C931-4D96-ACC0-C9A3D7D4C255}">
      <dsp:nvSpPr>
        <dsp:cNvPr id="0" name=""/>
        <dsp:cNvSpPr/>
      </dsp:nvSpPr>
      <dsp:spPr>
        <a:xfrm rot="10800000">
          <a:off x="6152450" y="1693503"/>
          <a:ext cx="1853549" cy="1111698"/>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51F416-9A55-4AA1-8A2A-95D344C0DB2B}">
      <dsp:nvSpPr>
        <dsp:cNvPr id="0" name=""/>
        <dsp:cNvSpPr/>
      </dsp:nvSpPr>
      <dsp:spPr>
        <a:xfrm>
          <a:off x="6148743" y="1877136"/>
          <a:ext cx="1671901" cy="14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Tích hợp và kiểm thử hệ thống</a:t>
          </a:r>
        </a:p>
      </dsp:txBody>
      <dsp:txXfrm>
        <a:off x="6148743" y="1877136"/>
        <a:ext cx="1671901" cy="1463894"/>
      </dsp:txXfrm>
    </dsp:sp>
    <dsp:sp modelId="{0A59D782-CAFC-4DDB-A028-AF2F56D2472F}">
      <dsp:nvSpPr>
        <dsp:cNvPr id="0" name=""/>
        <dsp:cNvSpPr/>
      </dsp:nvSpPr>
      <dsp:spPr>
        <a:xfrm rot="5400000">
          <a:off x="6148743" y="1188244"/>
          <a:ext cx="315103" cy="315103"/>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56D6AB-EF67-4879-8DCC-D4BA4E9AA04E}">
      <dsp:nvSpPr>
        <dsp:cNvPr id="0" name=""/>
        <dsp:cNvSpPr/>
      </dsp:nvSpPr>
      <dsp:spPr>
        <a:xfrm rot="10800000">
          <a:off x="4104278" y="1187598"/>
          <a:ext cx="1853549" cy="1111698"/>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8FCE7B-9709-4C3A-9260-ED3F39666EDC}">
      <dsp:nvSpPr>
        <dsp:cNvPr id="0" name=""/>
        <dsp:cNvSpPr/>
      </dsp:nvSpPr>
      <dsp:spPr>
        <a:xfrm>
          <a:off x="4100571" y="1371231"/>
          <a:ext cx="1671901" cy="14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Cài đặt và kiểm thử đơn vị</a:t>
          </a:r>
        </a:p>
      </dsp:txBody>
      <dsp:txXfrm>
        <a:off x="4100571" y="1371231"/>
        <a:ext cx="1671901" cy="1463894"/>
      </dsp:txXfrm>
    </dsp:sp>
    <dsp:sp modelId="{0A43D097-3CFA-4442-8113-EA12DF15112C}">
      <dsp:nvSpPr>
        <dsp:cNvPr id="0" name=""/>
        <dsp:cNvSpPr/>
      </dsp:nvSpPr>
      <dsp:spPr>
        <a:xfrm rot="5400000">
          <a:off x="4100571" y="682339"/>
          <a:ext cx="315103" cy="315103"/>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1E3DFB-B774-456D-A446-A1902C71FCB7}">
      <dsp:nvSpPr>
        <dsp:cNvPr id="0" name=""/>
        <dsp:cNvSpPr/>
      </dsp:nvSpPr>
      <dsp:spPr>
        <a:xfrm rot="10800000">
          <a:off x="2056107" y="681693"/>
          <a:ext cx="1853549" cy="1111698"/>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45D67C-8265-455C-8179-A31DDC3CDE64}">
      <dsp:nvSpPr>
        <dsp:cNvPr id="0" name=""/>
        <dsp:cNvSpPr/>
      </dsp:nvSpPr>
      <dsp:spPr>
        <a:xfrm>
          <a:off x="2052400" y="865326"/>
          <a:ext cx="1671901" cy="14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Thiết kế</a:t>
          </a:r>
        </a:p>
      </dsp:txBody>
      <dsp:txXfrm>
        <a:off x="2052400" y="865326"/>
        <a:ext cx="1671901" cy="1463894"/>
      </dsp:txXfrm>
    </dsp:sp>
    <dsp:sp modelId="{3AF638B0-934F-4FD1-AB88-198A53C8F70C}">
      <dsp:nvSpPr>
        <dsp:cNvPr id="0" name=""/>
        <dsp:cNvSpPr/>
      </dsp:nvSpPr>
      <dsp:spPr>
        <a:xfrm rot="5400000">
          <a:off x="2052400" y="176434"/>
          <a:ext cx="315103" cy="315103"/>
        </a:xfrm>
        <a:prstGeom prst="triangle">
          <a:avLst>
            <a:gd name="adj" fmla="val 1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4E190B-78B4-464B-A416-772425892A71}">
      <dsp:nvSpPr>
        <dsp:cNvPr id="0" name=""/>
        <dsp:cNvSpPr/>
      </dsp:nvSpPr>
      <dsp:spPr>
        <a:xfrm rot="10800000">
          <a:off x="7935" y="175789"/>
          <a:ext cx="1853549" cy="1111698"/>
        </a:xfrm>
        <a:prstGeom prst="corner">
          <a:avLst>
            <a:gd name="adj1" fmla="val 16120"/>
            <a:gd name="adj2" fmla="val 161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1D53D3-4A04-45E5-B3BB-0498C61C3144}">
      <dsp:nvSpPr>
        <dsp:cNvPr id="0" name=""/>
        <dsp:cNvSpPr/>
      </dsp:nvSpPr>
      <dsp:spPr>
        <a:xfrm>
          <a:off x="4228" y="359421"/>
          <a:ext cx="1671901" cy="1463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Định nghĩa yêu cầu</a:t>
          </a:r>
        </a:p>
      </dsp:txBody>
      <dsp:txXfrm>
        <a:off x="4228" y="359421"/>
        <a:ext cx="1671901" cy="14638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591A8-5D51-4E45-A334-DACCA943905F}">
      <dsp:nvSpPr>
        <dsp:cNvPr id="0" name=""/>
        <dsp:cNvSpPr/>
      </dsp:nvSpPr>
      <dsp:spPr>
        <a:xfrm rot="4396374">
          <a:off x="3049497" y="800490"/>
          <a:ext cx="3472654" cy="2421743"/>
        </a:xfrm>
        <a:prstGeom prst="swooshArrow">
          <a:avLst>
            <a:gd name="adj1" fmla="val 16310"/>
            <a:gd name="adj2" fmla="val 313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C7F32B-B1B9-4CCE-B244-7D6A799D43E7}">
      <dsp:nvSpPr>
        <dsp:cNvPr id="0" name=""/>
        <dsp:cNvSpPr/>
      </dsp:nvSpPr>
      <dsp:spPr>
        <a:xfrm>
          <a:off x="4350365" y="1116708"/>
          <a:ext cx="87695" cy="87695"/>
        </a:xfrm>
        <a:prstGeom prst="ellipse">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A4E9467-9DA6-42BD-B3AA-3F4E3D223B56}">
      <dsp:nvSpPr>
        <dsp:cNvPr id="0" name=""/>
        <dsp:cNvSpPr/>
      </dsp:nvSpPr>
      <dsp:spPr>
        <a:xfrm>
          <a:off x="4950837" y="1601044"/>
          <a:ext cx="87695" cy="87695"/>
        </a:xfrm>
        <a:prstGeom prst="ellipse">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D3679B-4EB9-4A43-B4BB-6D5F089C9545}">
      <dsp:nvSpPr>
        <dsp:cNvPr id="0" name=""/>
        <dsp:cNvSpPr/>
      </dsp:nvSpPr>
      <dsp:spPr>
        <a:xfrm>
          <a:off x="5400859" y="2167444"/>
          <a:ext cx="87695" cy="87695"/>
        </a:xfrm>
        <a:prstGeom prst="ellipse">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7B8CA0-75F6-42DC-9BD6-F45D069B8D16}">
      <dsp:nvSpPr>
        <dsp:cNvPr id="0" name=""/>
        <dsp:cNvSpPr/>
      </dsp:nvSpPr>
      <dsp:spPr>
        <a:xfrm>
          <a:off x="2816701" y="0"/>
          <a:ext cx="1637249" cy="643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t>Communication</a:t>
          </a:r>
        </a:p>
        <a:p>
          <a:pPr marL="57150" lvl="1" indent="-57150" algn="l" defTabSz="355600">
            <a:lnSpc>
              <a:spcPct val="90000"/>
            </a:lnSpc>
            <a:spcBef>
              <a:spcPct val="0"/>
            </a:spcBef>
            <a:spcAft>
              <a:spcPct val="15000"/>
            </a:spcAft>
            <a:buChar char="•"/>
          </a:pPr>
          <a:r>
            <a:rPr lang="en-US" sz="800" kern="1200"/>
            <a:t>Project initation</a:t>
          </a:r>
        </a:p>
        <a:p>
          <a:pPr marL="57150" lvl="1" indent="-57150" algn="l" defTabSz="355600">
            <a:lnSpc>
              <a:spcPct val="90000"/>
            </a:lnSpc>
            <a:spcBef>
              <a:spcPct val="0"/>
            </a:spcBef>
            <a:spcAft>
              <a:spcPct val="15000"/>
            </a:spcAft>
            <a:buChar char="•"/>
          </a:pPr>
          <a:r>
            <a:rPr lang="en-US" sz="800" kern="1200"/>
            <a:t>Requirement gat hering</a:t>
          </a:r>
        </a:p>
      </dsp:txBody>
      <dsp:txXfrm>
        <a:off x="2816701" y="0"/>
        <a:ext cx="1637249" cy="643636"/>
      </dsp:txXfrm>
    </dsp:sp>
    <dsp:sp modelId="{9C97C880-9716-41E2-91B8-3AEA0770D128}">
      <dsp:nvSpPr>
        <dsp:cNvPr id="0" name=""/>
        <dsp:cNvSpPr/>
      </dsp:nvSpPr>
      <dsp:spPr>
        <a:xfrm>
          <a:off x="4852200" y="838738"/>
          <a:ext cx="2389498" cy="643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t>Planning</a:t>
          </a:r>
        </a:p>
        <a:p>
          <a:pPr marL="57150" lvl="1" indent="-57150" algn="l" defTabSz="355600">
            <a:lnSpc>
              <a:spcPct val="90000"/>
            </a:lnSpc>
            <a:spcBef>
              <a:spcPct val="0"/>
            </a:spcBef>
            <a:spcAft>
              <a:spcPct val="15000"/>
            </a:spcAft>
            <a:buChar char="•"/>
          </a:pPr>
          <a:r>
            <a:rPr lang="en-US" sz="800" kern="1200"/>
            <a:t>Estimating</a:t>
          </a:r>
        </a:p>
        <a:p>
          <a:pPr marL="57150" lvl="1" indent="-57150" algn="l" defTabSz="355600">
            <a:lnSpc>
              <a:spcPct val="90000"/>
            </a:lnSpc>
            <a:spcBef>
              <a:spcPct val="0"/>
            </a:spcBef>
            <a:spcAft>
              <a:spcPct val="15000"/>
            </a:spcAft>
            <a:buChar char="•"/>
          </a:pPr>
          <a:r>
            <a:rPr lang="en-US" sz="800" kern="1200"/>
            <a:t>Scheduling</a:t>
          </a:r>
        </a:p>
        <a:p>
          <a:pPr marL="57150" lvl="1" indent="-57150" algn="l" defTabSz="355600">
            <a:lnSpc>
              <a:spcPct val="90000"/>
            </a:lnSpc>
            <a:spcBef>
              <a:spcPct val="0"/>
            </a:spcBef>
            <a:spcAft>
              <a:spcPct val="15000"/>
            </a:spcAft>
            <a:buChar char="•"/>
          </a:pPr>
          <a:r>
            <a:rPr lang="en-US" sz="800" kern="1200"/>
            <a:t>Tracking</a:t>
          </a:r>
        </a:p>
      </dsp:txBody>
      <dsp:txXfrm>
        <a:off x="4852200" y="838738"/>
        <a:ext cx="2389498" cy="643636"/>
      </dsp:txXfrm>
    </dsp:sp>
    <dsp:sp modelId="{3904930D-80F3-4471-AA9C-993173DA2797}">
      <dsp:nvSpPr>
        <dsp:cNvPr id="0" name=""/>
        <dsp:cNvSpPr/>
      </dsp:nvSpPr>
      <dsp:spPr>
        <a:xfrm>
          <a:off x="2816701" y="1323074"/>
          <a:ext cx="1902748" cy="643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t>Modeling</a:t>
          </a:r>
        </a:p>
        <a:p>
          <a:pPr marL="57150" lvl="1" indent="-57150" algn="l" defTabSz="355600">
            <a:lnSpc>
              <a:spcPct val="90000"/>
            </a:lnSpc>
            <a:spcBef>
              <a:spcPct val="0"/>
            </a:spcBef>
            <a:spcAft>
              <a:spcPct val="15000"/>
            </a:spcAft>
            <a:buChar char="•"/>
          </a:pPr>
          <a:r>
            <a:rPr lang="en-US" sz="800" kern="1200"/>
            <a:t>Analysis</a:t>
          </a:r>
        </a:p>
        <a:p>
          <a:pPr marL="57150" lvl="1" indent="-57150" algn="l" defTabSz="355600">
            <a:lnSpc>
              <a:spcPct val="90000"/>
            </a:lnSpc>
            <a:spcBef>
              <a:spcPct val="0"/>
            </a:spcBef>
            <a:spcAft>
              <a:spcPct val="15000"/>
            </a:spcAft>
            <a:buChar char="•"/>
          </a:pPr>
          <a:r>
            <a:rPr lang="en-US" sz="800" kern="1200"/>
            <a:t>Design</a:t>
          </a:r>
        </a:p>
      </dsp:txBody>
      <dsp:txXfrm>
        <a:off x="2816701" y="1323074"/>
        <a:ext cx="1902748" cy="643636"/>
      </dsp:txXfrm>
    </dsp:sp>
    <dsp:sp modelId="{DA810F0A-FA34-4C8C-94E3-936487DD1731}">
      <dsp:nvSpPr>
        <dsp:cNvPr id="0" name=""/>
        <dsp:cNvSpPr/>
      </dsp:nvSpPr>
      <dsp:spPr>
        <a:xfrm>
          <a:off x="5781449" y="1889473"/>
          <a:ext cx="1460249" cy="643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t>Construction</a:t>
          </a:r>
        </a:p>
        <a:p>
          <a:pPr marL="57150" lvl="1" indent="-57150" algn="l" defTabSz="355600">
            <a:lnSpc>
              <a:spcPct val="90000"/>
            </a:lnSpc>
            <a:spcBef>
              <a:spcPct val="0"/>
            </a:spcBef>
            <a:spcAft>
              <a:spcPct val="15000"/>
            </a:spcAft>
            <a:buChar char="•"/>
          </a:pPr>
          <a:r>
            <a:rPr lang="en-US" sz="800" kern="1200"/>
            <a:t>Code</a:t>
          </a:r>
        </a:p>
        <a:p>
          <a:pPr marL="57150" lvl="1" indent="-57150" algn="l" defTabSz="355600">
            <a:lnSpc>
              <a:spcPct val="90000"/>
            </a:lnSpc>
            <a:spcBef>
              <a:spcPct val="0"/>
            </a:spcBef>
            <a:spcAft>
              <a:spcPct val="15000"/>
            </a:spcAft>
            <a:buChar char="•"/>
          </a:pPr>
          <a:r>
            <a:rPr lang="en-US" sz="800" kern="1200"/>
            <a:t>Test</a:t>
          </a:r>
        </a:p>
      </dsp:txBody>
      <dsp:txXfrm>
        <a:off x="5781449" y="1889473"/>
        <a:ext cx="1460249" cy="643636"/>
      </dsp:txXfrm>
    </dsp:sp>
    <dsp:sp modelId="{5C2ED5E5-6CCA-40D7-88E0-F1880FB15AA6}">
      <dsp:nvSpPr>
        <dsp:cNvPr id="0" name=""/>
        <dsp:cNvSpPr/>
      </dsp:nvSpPr>
      <dsp:spPr>
        <a:xfrm>
          <a:off x="5029199" y="3379089"/>
          <a:ext cx="2212498" cy="643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t>Deployment</a:t>
          </a:r>
        </a:p>
        <a:p>
          <a:pPr marL="57150" lvl="1" indent="-57150" algn="l" defTabSz="355600">
            <a:lnSpc>
              <a:spcPct val="90000"/>
            </a:lnSpc>
            <a:spcBef>
              <a:spcPct val="0"/>
            </a:spcBef>
            <a:spcAft>
              <a:spcPct val="15000"/>
            </a:spcAft>
            <a:buChar char="•"/>
          </a:pPr>
          <a:r>
            <a:rPr lang="en-US" sz="800" kern="1200"/>
            <a:t>Delivery</a:t>
          </a:r>
        </a:p>
        <a:p>
          <a:pPr marL="57150" lvl="1" indent="-57150" algn="l" defTabSz="355600">
            <a:lnSpc>
              <a:spcPct val="90000"/>
            </a:lnSpc>
            <a:spcBef>
              <a:spcPct val="0"/>
            </a:spcBef>
            <a:spcAft>
              <a:spcPct val="15000"/>
            </a:spcAft>
            <a:buChar char="•"/>
          </a:pPr>
          <a:r>
            <a:rPr lang="en-US" sz="800" kern="1200"/>
            <a:t>Support</a:t>
          </a:r>
        </a:p>
        <a:p>
          <a:pPr marL="57150" lvl="1" indent="-57150" algn="l" defTabSz="355600">
            <a:lnSpc>
              <a:spcPct val="90000"/>
            </a:lnSpc>
            <a:spcBef>
              <a:spcPct val="0"/>
            </a:spcBef>
            <a:spcAft>
              <a:spcPct val="15000"/>
            </a:spcAft>
            <a:buChar char="•"/>
          </a:pPr>
          <a:r>
            <a:rPr lang="en-US" sz="800" kern="1200"/>
            <a:t>Feedback</a:t>
          </a:r>
        </a:p>
      </dsp:txBody>
      <dsp:txXfrm>
        <a:off x="5029199" y="3379089"/>
        <a:ext cx="2212498" cy="6436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5D4CC6-28B8-4777-8FF7-93E532B60C3D}">
      <dsp:nvSpPr>
        <dsp:cNvPr id="0" name=""/>
        <dsp:cNvSpPr/>
      </dsp:nvSpPr>
      <dsp:spPr>
        <a:xfrm>
          <a:off x="1818455" y="274853"/>
          <a:ext cx="3551948" cy="3551948"/>
        </a:xfrm>
        <a:prstGeom prst="pie">
          <a:avLst>
            <a:gd name="adj1" fmla="val 16200000"/>
            <a:gd name="adj2" fmla="val 18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Inspection</a:t>
          </a:r>
        </a:p>
      </dsp:txBody>
      <dsp:txXfrm>
        <a:off x="3690416" y="1027527"/>
        <a:ext cx="1268553" cy="1057127"/>
      </dsp:txXfrm>
    </dsp:sp>
    <dsp:sp modelId="{2BAF7D65-5BDC-4730-8D8C-20D37FCDEFF7}">
      <dsp:nvSpPr>
        <dsp:cNvPr id="0" name=""/>
        <dsp:cNvSpPr/>
      </dsp:nvSpPr>
      <dsp:spPr>
        <a:xfrm>
          <a:off x="1745301" y="401708"/>
          <a:ext cx="3551948" cy="3551948"/>
        </a:xfrm>
        <a:prstGeom prst="pie">
          <a:avLst>
            <a:gd name="adj1" fmla="val 1800000"/>
            <a:gd name="adj2" fmla="val 90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Adaptation</a:t>
          </a:r>
        </a:p>
      </dsp:txBody>
      <dsp:txXfrm>
        <a:off x="2591003" y="2706246"/>
        <a:ext cx="1902829" cy="930272"/>
      </dsp:txXfrm>
    </dsp:sp>
    <dsp:sp modelId="{253B80EC-119C-430F-AFC6-DD1F8F864DC0}">
      <dsp:nvSpPr>
        <dsp:cNvPr id="0" name=""/>
        <dsp:cNvSpPr/>
      </dsp:nvSpPr>
      <dsp:spPr>
        <a:xfrm>
          <a:off x="1672148" y="274853"/>
          <a:ext cx="3551948" cy="3551948"/>
        </a:xfrm>
        <a:prstGeom prst="pie">
          <a:avLst>
            <a:gd name="adj1" fmla="val 90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Tranperency</a:t>
          </a:r>
        </a:p>
      </dsp:txBody>
      <dsp:txXfrm>
        <a:off x="2083582" y="1027527"/>
        <a:ext cx="1268553" cy="1057127"/>
      </dsp:txXfrm>
    </dsp:sp>
    <dsp:sp modelId="{022B43C7-2D3E-4D2D-B0D1-DEDEF914FE04}">
      <dsp:nvSpPr>
        <dsp:cNvPr id="0" name=""/>
        <dsp:cNvSpPr/>
      </dsp:nvSpPr>
      <dsp:spPr>
        <a:xfrm>
          <a:off x="1598865" y="54970"/>
          <a:ext cx="3991713" cy="3991713"/>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D61712A-4A10-4C5D-A34F-AC667B319CA5}">
      <dsp:nvSpPr>
        <dsp:cNvPr id="0" name=""/>
        <dsp:cNvSpPr/>
      </dsp:nvSpPr>
      <dsp:spPr>
        <a:xfrm>
          <a:off x="1525419" y="181601"/>
          <a:ext cx="3991713" cy="3991713"/>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8221DE0-9BA9-47D1-85FE-9728B05BD1B4}">
      <dsp:nvSpPr>
        <dsp:cNvPr id="0" name=""/>
        <dsp:cNvSpPr/>
      </dsp:nvSpPr>
      <dsp:spPr>
        <a:xfrm>
          <a:off x="1451972" y="54970"/>
          <a:ext cx="3991713" cy="3991713"/>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ABC991-C543-41B6-8971-7AF4929EBAC0}" type="datetimeFigureOut">
              <a:rPr lang="en-US" smtClean="0"/>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FD272-5B4A-48BB-BDE3-F0DC2B44C5A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490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ABC991-C543-41B6-8971-7AF4929EBAC0}" type="datetimeFigureOut">
              <a:rPr lang="en-US" smtClean="0"/>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2226123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BC991-C543-41B6-8971-7AF4929EBAC0}" type="datetimeFigureOut">
              <a:rPr lang="en-US" smtClean="0"/>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FD272-5B4A-48BB-BDE3-F0DC2B44C5A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900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ABC991-C543-41B6-8971-7AF4929EBAC0}" type="datetimeFigureOut">
              <a:rPr lang="en-US" smtClean="0"/>
              <a:t>8/16/2023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293709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ABC991-C543-41B6-8971-7AF4929EBAC0}" type="datetimeFigureOut">
              <a:rPr lang="en-US" smtClean="0"/>
              <a:t>8/16/2023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183421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ABC991-C543-41B6-8971-7AF4929EBAC0}" type="datetimeFigureOut">
              <a:rPr lang="en-US" smtClean="0"/>
              <a:t>8/16/2023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3456669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BABC991-C543-41B6-8971-7AF4929EBAC0}" type="datetimeFigureOut">
              <a:rPr lang="en-US" smtClean="0"/>
              <a:t>8/16/2023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315510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BABC991-C543-41B6-8971-7AF4929EBAC0}" type="datetimeFigureOut">
              <a:rPr lang="en-US" smtClean="0"/>
              <a:t>8/16/2023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A2FD272-5B4A-48BB-BDE3-F0DC2B44C5A4}" type="slidenum">
              <a:rPr lang="en-US" smtClean="0"/>
              <a:t>‹#›</a:t>
            </a:fld>
            <a:endParaRPr lang="en-US"/>
          </a:p>
        </p:txBody>
      </p:sp>
    </p:spTree>
    <p:extLst>
      <p:ext uri="{BB962C8B-B14F-4D97-AF65-F5344CB8AC3E}">
        <p14:creationId xmlns:p14="http://schemas.microsoft.com/office/powerpoint/2010/main" val="1547915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ABC991-C543-41B6-8971-7AF4929EBAC0}" type="datetimeFigureOut">
              <a:rPr lang="en-US" smtClean="0"/>
              <a:t>8/16/2023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1554465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ABC991-C543-41B6-8971-7AF4929EBAC0}" type="datetimeFigureOut">
              <a:rPr lang="en-US" smtClean="0"/>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1659460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ABC991-C543-41B6-8971-7AF4929EBAC0}" type="datetimeFigureOut">
              <a:rPr lang="en-US" smtClean="0"/>
              <a:t>8/16/2023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2FD272-5B4A-48BB-BDE3-F0DC2B44C5A4}" type="slidenum">
              <a:rPr lang="en-US" smtClean="0"/>
              <a:t>‹#›</a:t>
            </a:fld>
            <a:endParaRPr lang="en-US"/>
          </a:p>
        </p:txBody>
      </p:sp>
    </p:spTree>
    <p:extLst>
      <p:ext uri="{BB962C8B-B14F-4D97-AF65-F5344CB8AC3E}">
        <p14:creationId xmlns:p14="http://schemas.microsoft.com/office/powerpoint/2010/main" val="2086257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BABC991-C543-41B6-8971-7AF4929EBAC0}" type="datetimeFigureOut">
              <a:rPr lang="en-US" smtClean="0"/>
              <a:t>8/16/2023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A2FD272-5B4A-48BB-BDE3-F0DC2B44C5A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5203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91D6C-0E95-C068-FF20-24B299C0BAF7}"/>
              </a:ext>
            </a:extLst>
          </p:cNvPr>
          <p:cNvSpPr>
            <a:spLocks noGrp="1"/>
          </p:cNvSpPr>
          <p:nvPr>
            <p:ph type="ctrTitle"/>
          </p:nvPr>
        </p:nvSpPr>
        <p:spPr>
          <a:xfrm>
            <a:off x="1015365" y="1661922"/>
            <a:ext cx="10161270" cy="1143000"/>
          </a:xfrm>
        </p:spPr>
        <p:txBody>
          <a:bodyPr/>
          <a:lstStyle/>
          <a:p>
            <a:pPr algn="ctr"/>
            <a:r>
              <a:rPr lang="en-US"/>
              <a:t>Waterfall &amp; Scrum Agile</a:t>
            </a:r>
          </a:p>
        </p:txBody>
      </p:sp>
      <p:sp>
        <p:nvSpPr>
          <p:cNvPr id="3" name="Subtitle 2">
            <a:extLst>
              <a:ext uri="{FF2B5EF4-FFF2-40B4-BE49-F238E27FC236}">
                <a16:creationId xmlns:a16="http://schemas.microsoft.com/office/drawing/2014/main" id="{213AD4A2-8F78-8431-D4A7-CB6E559DAE50}"/>
              </a:ext>
            </a:extLst>
          </p:cNvPr>
          <p:cNvSpPr>
            <a:spLocks noGrp="1"/>
          </p:cNvSpPr>
          <p:nvPr>
            <p:ph type="subTitle" idx="1"/>
          </p:nvPr>
        </p:nvSpPr>
        <p:spPr>
          <a:xfrm>
            <a:off x="1100051" y="3909061"/>
            <a:ext cx="10058400" cy="948690"/>
          </a:xfrm>
        </p:spPr>
        <p:txBody>
          <a:bodyPr/>
          <a:lstStyle/>
          <a:p>
            <a:pPr algn="r"/>
            <a:r>
              <a:rPr lang="en-US"/>
              <a:t>Người thực hiện: Nguyễn Thanh Tâm</a:t>
            </a:r>
          </a:p>
          <a:p>
            <a:pPr algn="r"/>
            <a:r>
              <a:rPr lang="en-US"/>
              <a:t>Mentor hướng dẫn: Trương minh tuấn</a:t>
            </a:r>
          </a:p>
        </p:txBody>
      </p:sp>
    </p:spTree>
    <p:extLst>
      <p:ext uri="{BB962C8B-B14F-4D97-AF65-F5344CB8AC3E}">
        <p14:creationId xmlns:p14="http://schemas.microsoft.com/office/powerpoint/2010/main" val="1514544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03371-75FB-8E1B-7646-08E5BAF7C1E5}"/>
              </a:ext>
            </a:extLst>
          </p:cNvPr>
          <p:cNvSpPr>
            <a:spLocks noGrp="1"/>
          </p:cNvSpPr>
          <p:nvPr>
            <p:ph type="title"/>
          </p:nvPr>
        </p:nvSpPr>
        <p:spPr/>
        <p:txBody>
          <a:bodyPr/>
          <a:lstStyle/>
          <a:p>
            <a:r>
              <a:rPr lang="en-US"/>
              <a:t>Tại sao cần phải có mô hình?</a:t>
            </a:r>
          </a:p>
        </p:txBody>
      </p:sp>
      <p:pic>
        <p:nvPicPr>
          <p:cNvPr id="5" name="Content Placeholder 4">
            <a:extLst>
              <a:ext uri="{FF2B5EF4-FFF2-40B4-BE49-F238E27FC236}">
                <a16:creationId xmlns:a16="http://schemas.microsoft.com/office/drawing/2014/main" id="{CC32A923-D14C-6C06-B001-E79B4970652B}"/>
              </a:ext>
            </a:extLst>
          </p:cNvPr>
          <p:cNvPicPr>
            <a:picLocks noGrp="1" noChangeAspect="1"/>
          </p:cNvPicPr>
          <p:nvPr>
            <p:ph idx="1"/>
          </p:nvPr>
        </p:nvPicPr>
        <p:blipFill>
          <a:blip r:embed="rId2"/>
          <a:stretch>
            <a:fillRect/>
          </a:stretch>
        </p:blipFill>
        <p:spPr>
          <a:xfrm>
            <a:off x="3326539" y="1854590"/>
            <a:ext cx="5538921" cy="2866684"/>
          </a:xfrm>
        </p:spPr>
      </p:pic>
      <p:sp>
        <p:nvSpPr>
          <p:cNvPr id="6" name="TextBox 5">
            <a:extLst>
              <a:ext uri="{FF2B5EF4-FFF2-40B4-BE49-F238E27FC236}">
                <a16:creationId xmlns:a16="http://schemas.microsoft.com/office/drawing/2014/main" id="{EC73246D-85AD-AA6D-4166-17E392305EA8}"/>
              </a:ext>
            </a:extLst>
          </p:cNvPr>
          <p:cNvSpPr txBox="1"/>
          <p:nvPr/>
        </p:nvSpPr>
        <p:spPr>
          <a:xfrm>
            <a:off x="1097281" y="4560277"/>
            <a:ext cx="10058399" cy="1569660"/>
          </a:xfrm>
          <a:prstGeom prst="rect">
            <a:avLst/>
          </a:prstGeom>
          <a:noFill/>
        </p:spPr>
        <p:txBody>
          <a:bodyPr wrap="square" rtlCol="0">
            <a:spAutoFit/>
          </a:bodyPr>
          <a:lstStyle/>
          <a:p>
            <a:pPr marL="285750" indent="-285750">
              <a:buFontTx/>
              <a:buChar char="-"/>
            </a:pPr>
            <a:r>
              <a:rPr lang="en-US" sz="2400"/>
              <a:t>Không thể biết khi nào hoàn thành do không có phân tích và thiết kế chính thức</a:t>
            </a:r>
          </a:p>
          <a:p>
            <a:pPr marL="285750" indent="-285750">
              <a:buFontTx/>
              <a:buChar char="-"/>
            </a:pPr>
            <a:r>
              <a:rPr lang="en-US" sz="2400"/>
              <a:t>Không có cách đánh giá các yêu cầu, và tiêu chuẩn chất lượng có được thỏa mãn hay không</a:t>
            </a:r>
          </a:p>
        </p:txBody>
      </p:sp>
    </p:spTree>
    <p:extLst>
      <p:ext uri="{BB962C8B-B14F-4D97-AF65-F5344CB8AC3E}">
        <p14:creationId xmlns:p14="http://schemas.microsoft.com/office/powerpoint/2010/main" val="738810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078B-721C-D9DF-0DA3-A6D2C37A7910}"/>
              </a:ext>
            </a:extLst>
          </p:cNvPr>
          <p:cNvSpPr>
            <a:spLocks noGrp="1"/>
          </p:cNvSpPr>
          <p:nvPr>
            <p:ph type="title"/>
          </p:nvPr>
        </p:nvSpPr>
        <p:spPr/>
        <p:txBody>
          <a:bodyPr/>
          <a:lstStyle/>
          <a:p>
            <a:r>
              <a:rPr lang="en-US"/>
              <a:t>Mô hình thác nước (Waterfall Model)</a:t>
            </a:r>
          </a:p>
        </p:txBody>
      </p:sp>
      <p:graphicFrame>
        <p:nvGraphicFramePr>
          <p:cNvPr id="4" name="Content Placeholder 3">
            <a:extLst>
              <a:ext uri="{FF2B5EF4-FFF2-40B4-BE49-F238E27FC236}">
                <a16:creationId xmlns:a16="http://schemas.microsoft.com/office/drawing/2014/main" id="{EE465736-BAA9-C1B3-25A3-3006792767FC}"/>
              </a:ext>
            </a:extLst>
          </p:cNvPr>
          <p:cNvGraphicFramePr>
            <a:graphicFrameLocks noGrp="1"/>
          </p:cNvGraphicFramePr>
          <p:nvPr>
            <p:ph idx="1"/>
            <p:extLst>
              <p:ext uri="{D42A27DB-BD31-4B8C-83A1-F6EECF244321}">
                <p14:modId xmlns:p14="http://schemas.microsoft.com/office/powerpoint/2010/main" val="4114396727"/>
              </p:ext>
            </p:extLst>
          </p:nvPr>
        </p:nvGraphicFramePr>
        <p:xfrm>
          <a:off x="1096963" y="1846263"/>
          <a:ext cx="909859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9625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92FA8-E36A-EDE3-E678-F25AB902C785}"/>
              </a:ext>
            </a:extLst>
          </p:cNvPr>
          <p:cNvSpPr>
            <a:spLocks noGrp="1"/>
          </p:cNvSpPr>
          <p:nvPr>
            <p:ph type="title"/>
          </p:nvPr>
        </p:nvSpPr>
        <p:spPr/>
        <p:txBody>
          <a:bodyPr/>
          <a:lstStyle/>
          <a:p>
            <a:r>
              <a:rPr lang="en-US"/>
              <a:t>Mô hình thác nước (Waterfall Model)</a:t>
            </a:r>
          </a:p>
        </p:txBody>
      </p:sp>
      <p:graphicFrame>
        <p:nvGraphicFramePr>
          <p:cNvPr id="4" name="Content Placeholder 3">
            <a:extLst>
              <a:ext uri="{FF2B5EF4-FFF2-40B4-BE49-F238E27FC236}">
                <a16:creationId xmlns:a16="http://schemas.microsoft.com/office/drawing/2014/main" id="{9AFC3FDF-941E-850C-B6DE-BDD55B50B7E7}"/>
              </a:ext>
            </a:extLst>
          </p:cNvPr>
          <p:cNvGraphicFramePr>
            <a:graphicFrameLocks noGrp="1"/>
          </p:cNvGraphicFramePr>
          <p:nvPr>
            <p:ph idx="1"/>
            <p:extLst>
              <p:ext uri="{D42A27DB-BD31-4B8C-83A1-F6EECF244321}">
                <p14:modId xmlns:p14="http://schemas.microsoft.com/office/powerpoint/2010/main" val="3342872575"/>
              </p:ext>
            </p:extLst>
          </p:nvPr>
        </p:nvGraphicFramePr>
        <p:xfrm>
          <a:off x="1066800" y="2104171"/>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1261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C9C4-34BD-7757-D5DA-C393312ECAC5}"/>
              </a:ext>
            </a:extLst>
          </p:cNvPr>
          <p:cNvSpPr>
            <a:spLocks noGrp="1"/>
          </p:cNvSpPr>
          <p:nvPr>
            <p:ph type="title"/>
          </p:nvPr>
        </p:nvSpPr>
        <p:spPr/>
        <p:txBody>
          <a:bodyPr/>
          <a:lstStyle/>
          <a:p>
            <a:r>
              <a:rPr lang="en-US"/>
              <a:t>Mô hình thác nước (Waterfall Model)</a:t>
            </a:r>
          </a:p>
        </p:txBody>
      </p:sp>
      <p:graphicFrame>
        <p:nvGraphicFramePr>
          <p:cNvPr id="4" name="Content Placeholder 3">
            <a:extLst>
              <a:ext uri="{FF2B5EF4-FFF2-40B4-BE49-F238E27FC236}">
                <a16:creationId xmlns:a16="http://schemas.microsoft.com/office/drawing/2014/main" id="{96CBAA4A-7387-AE75-224E-CC50B87F3B28}"/>
              </a:ext>
            </a:extLst>
          </p:cNvPr>
          <p:cNvGraphicFramePr>
            <a:graphicFrameLocks noGrp="1"/>
          </p:cNvGraphicFramePr>
          <p:nvPr>
            <p:ph idx="1"/>
            <p:extLst>
              <p:ext uri="{D42A27DB-BD31-4B8C-83A1-F6EECF244321}">
                <p14:modId xmlns:p14="http://schemas.microsoft.com/office/powerpoint/2010/main" val="4026803414"/>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9593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1E993-0F21-3FCA-E1FD-6767DF97931A}"/>
              </a:ext>
            </a:extLst>
          </p:cNvPr>
          <p:cNvSpPr>
            <a:spLocks noGrp="1"/>
          </p:cNvSpPr>
          <p:nvPr>
            <p:ph type="title"/>
          </p:nvPr>
        </p:nvSpPr>
        <p:spPr/>
        <p:txBody>
          <a:bodyPr/>
          <a:lstStyle/>
          <a:p>
            <a:r>
              <a:rPr lang="en-US"/>
              <a:t>Đặc điểm của mô hình thác nước	</a:t>
            </a:r>
          </a:p>
        </p:txBody>
      </p:sp>
      <p:sp>
        <p:nvSpPr>
          <p:cNvPr id="3" name="Content Placeholder 2">
            <a:extLst>
              <a:ext uri="{FF2B5EF4-FFF2-40B4-BE49-F238E27FC236}">
                <a16:creationId xmlns:a16="http://schemas.microsoft.com/office/drawing/2014/main" id="{E3E8CA0D-BC14-D028-686A-E9875591555C}"/>
              </a:ext>
            </a:extLst>
          </p:cNvPr>
          <p:cNvSpPr>
            <a:spLocks noGrp="1"/>
          </p:cNvSpPr>
          <p:nvPr>
            <p:ph idx="1"/>
          </p:nvPr>
        </p:nvSpPr>
        <p:spPr>
          <a:xfrm>
            <a:off x="1438733" y="2534855"/>
            <a:ext cx="9375494" cy="3379807"/>
          </a:xfrm>
        </p:spPr>
        <p:txBody>
          <a:bodyPr>
            <a:noAutofit/>
          </a:bodyPr>
          <a:lstStyle/>
          <a:p>
            <a:pPr algn="just">
              <a:lnSpc>
                <a:spcPct val="150000"/>
              </a:lnSpc>
            </a:pPr>
            <a:r>
              <a:rPr lang="en-US"/>
              <a:t>Phát triển theo trình tự các bước</a:t>
            </a:r>
          </a:p>
          <a:p>
            <a:pPr algn="just">
              <a:lnSpc>
                <a:spcPct val="150000"/>
              </a:lnSpc>
            </a:pPr>
            <a:r>
              <a:rPr lang="en-US"/>
              <a:t>Mỗi giai đoạn xác một một chuẩn đầu vào và ra</a:t>
            </a:r>
          </a:p>
          <a:p>
            <a:pPr algn="just">
              <a:lnSpc>
                <a:spcPct val="150000"/>
              </a:lnSpc>
            </a:pPr>
            <a:r>
              <a:rPr lang="en-US"/>
              <a:t>Dễ hiểu, dễ thực hiện, tiết kiệm chi phí</a:t>
            </a:r>
          </a:p>
          <a:p>
            <a:pPr algn="just">
              <a:lnSpc>
                <a:spcPct val="150000"/>
              </a:lnSpc>
            </a:pPr>
            <a:r>
              <a:rPr lang="en-US"/>
              <a:t>Việc chuyển từ giai đoạn này tới giai đoạn kế tiếp được thực hiện khi thõa mãn một kiểm tra chính thức, xác định một sự đồng thuận giữa những thành viên dự án và khách han</a:t>
            </a:r>
          </a:p>
        </p:txBody>
      </p:sp>
    </p:spTree>
    <p:extLst>
      <p:ext uri="{BB962C8B-B14F-4D97-AF65-F5344CB8AC3E}">
        <p14:creationId xmlns:p14="http://schemas.microsoft.com/office/powerpoint/2010/main" val="2897003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A380-E37F-70AA-43FA-39821D7EDBF0}"/>
              </a:ext>
            </a:extLst>
          </p:cNvPr>
          <p:cNvSpPr>
            <a:spLocks noGrp="1"/>
          </p:cNvSpPr>
          <p:nvPr>
            <p:ph type="title"/>
          </p:nvPr>
        </p:nvSpPr>
        <p:spPr/>
        <p:txBody>
          <a:bodyPr/>
          <a:lstStyle/>
          <a:p>
            <a:r>
              <a:rPr lang="en-US"/>
              <a:t>Nhược điểm của mô hình thác nước</a:t>
            </a:r>
          </a:p>
        </p:txBody>
      </p:sp>
      <p:sp>
        <p:nvSpPr>
          <p:cNvPr id="3" name="Content Placeholder 2">
            <a:extLst>
              <a:ext uri="{FF2B5EF4-FFF2-40B4-BE49-F238E27FC236}">
                <a16:creationId xmlns:a16="http://schemas.microsoft.com/office/drawing/2014/main" id="{618BA875-EB5A-C060-6B45-81E42E091147}"/>
              </a:ext>
            </a:extLst>
          </p:cNvPr>
          <p:cNvSpPr>
            <a:spLocks noGrp="1"/>
          </p:cNvSpPr>
          <p:nvPr>
            <p:ph idx="1"/>
          </p:nvPr>
        </p:nvSpPr>
        <p:spPr>
          <a:xfrm>
            <a:off x="1599235" y="2997842"/>
            <a:ext cx="8993529" cy="1666755"/>
          </a:xfrm>
        </p:spPr>
        <p:txBody>
          <a:bodyPr>
            <a:normAutofit fontScale="85000" lnSpcReduction="20000"/>
          </a:bodyPr>
          <a:lstStyle/>
          <a:p>
            <a:r>
              <a:rPr lang="en-US" sz="2800"/>
              <a:t>Có tính tuần tự, không thể đi ngược</a:t>
            </a:r>
          </a:p>
          <a:p>
            <a:r>
              <a:rPr lang="en-US" sz="2800"/>
              <a:t>Tồn tại việc phải chờ</a:t>
            </a:r>
          </a:p>
          <a:p>
            <a:r>
              <a:rPr lang="en-US" sz="2800"/>
              <a:t>Khó đánh giá tình trạng của dự án</a:t>
            </a:r>
          </a:p>
          <a:p>
            <a:r>
              <a:rPr lang="en-US" sz="2800"/>
              <a:t>Khó đáp ứng nhu cầu thời đại</a:t>
            </a:r>
          </a:p>
        </p:txBody>
      </p:sp>
    </p:spTree>
    <p:extLst>
      <p:ext uri="{BB962C8B-B14F-4D97-AF65-F5344CB8AC3E}">
        <p14:creationId xmlns:p14="http://schemas.microsoft.com/office/powerpoint/2010/main" val="2892518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5A614-29CC-0863-8AEC-CDF1F769E2AC}"/>
              </a:ext>
            </a:extLst>
          </p:cNvPr>
          <p:cNvSpPr>
            <a:spLocks noGrp="1"/>
          </p:cNvSpPr>
          <p:nvPr>
            <p:ph type="title"/>
          </p:nvPr>
        </p:nvSpPr>
        <p:spPr/>
        <p:txBody>
          <a:bodyPr/>
          <a:lstStyle/>
          <a:p>
            <a:r>
              <a:rPr lang="en-US"/>
              <a:t>Khi nào sử dụng mô hình thác nước?</a:t>
            </a:r>
          </a:p>
        </p:txBody>
      </p:sp>
      <p:sp>
        <p:nvSpPr>
          <p:cNvPr id="3" name="Content Placeholder 2">
            <a:extLst>
              <a:ext uri="{FF2B5EF4-FFF2-40B4-BE49-F238E27FC236}">
                <a16:creationId xmlns:a16="http://schemas.microsoft.com/office/drawing/2014/main" id="{7FA94C79-8C84-C6C7-1942-6283055EA596}"/>
              </a:ext>
            </a:extLst>
          </p:cNvPr>
          <p:cNvSpPr>
            <a:spLocks noGrp="1"/>
          </p:cNvSpPr>
          <p:nvPr>
            <p:ph idx="1"/>
          </p:nvPr>
        </p:nvSpPr>
        <p:spPr>
          <a:xfrm>
            <a:off x="1608881" y="2951544"/>
            <a:ext cx="8993530" cy="1539433"/>
          </a:xfrm>
        </p:spPr>
        <p:txBody>
          <a:bodyPr>
            <a:normAutofit/>
          </a:bodyPr>
          <a:lstStyle/>
          <a:p>
            <a:r>
              <a:rPr lang="en-US" sz="2800"/>
              <a:t>Xây dựng sản phẩm tương tự</a:t>
            </a:r>
          </a:p>
          <a:p>
            <a:r>
              <a:rPr lang="en-US" sz="2800"/>
              <a:t>Tạo một phiên bản mới trên cái đã tồn tại</a:t>
            </a:r>
          </a:p>
        </p:txBody>
      </p:sp>
    </p:spTree>
    <p:extLst>
      <p:ext uri="{BB962C8B-B14F-4D97-AF65-F5344CB8AC3E}">
        <p14:creationId xmlns:p14="http://schemas.microsoft.com/office/powerpoint/2010/main" val="3670640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E645-278E-61A6-7AD7-F4488A25EB39}"/>
              </a:ext>
            </a:extLst>
          </p:cNvPr>
          <p:cNvSpPr>
            <a:spLocks noGrp="1"/>
          </p:cNvSpPr>
          <p:nvPr>
            <p:ph type="title"/>
          </p:nvPr>
        </p:nvSpPr>
        <p:spPr/>
        <p:txBody>
          <a:bodyPr/>
          <a:lstStyle/>
          <a:p>
            <a:r>
              <a:rPr lang="en-US"/>
              <a:t>Phương pháp Agile</a:t>
            </a:r>
          </a:p>
        </p:txBody>
      </p:sp>
      <p:sp>
        <p:nvSpPr>
          <p:cNvPr id="3" name="Content Placeholder 2">
            <a:extLst>
              <a:ext uri="{FF2B5EF4-FFF2-40B4-BE49-F238E27FC236}">
                <a16:creationId xmlns:a16="http://schemas.microsoft.com/office/drawing/2014/main" id="{E6AA6336-95CC-576C-2B1B-6AF4868B29D1}"/>
              </a:ext>
            </a:extLst>
          </p:cNvPr>
          <p:cNvSpPr>
            <a:spLocks noGrp="1"/>
          </p:cNvSpPr>
          <p:nvPr>
            <p:ph idx="1"/>
          </p:nvPr>
        </p:nvSpPr>
        <p:spPr>
          <a:xfrm>
            <a:off x="1597306" y="2523280"/>
            <a:ext cx="9097702" cy="2268639"/>
          </a:xfrm>
        </p:spPr>
        <p:txBody>
          <a:bodyPr>
            <a:normAutofit/>
          </a:bodyPr>
          <a:lstStyle/>
          <a:p>
            <a:r>
              <a:rPr lang="en-US" sz="2800"/>
              <a:t>Tập trung vào cá nhân và con người</a:t>
            </a:r>
          </a:p>
          <a:p>
            <a:r>
              <a:rPr lang="en-US" sz="2800"/>
              <a:t>Một phần mềm hoạt động tốt quan trọng hơn tài liệu dễ hiểu</a:t>
            </a:r>
          </a:p>
          <a:p>
            <a:r>
              <a:rPr lang="en-US" sz="2800"/>
              <a:t>Sự hợp tác với khách hàng quan trọng hơn hợp đồng</a:t>
            </a:r>
          </a:p>
          <a:p>
            <a:r>
              <a:rPr lang="en-US" sz="2800"/>
              <a:t>Chấp nhận sự thay đổi hơn là đi theo một kế hoạch định sẵn</a:t>
            </a:r>
          </a:p>
        </p:txBody>
      </p:sp>
    </p:spTree>
    <p:extLst>
      <p:ext uri="{BB962C8B-B14F-4D97-AF65-F5344CB8AC3E}">
        <p14:creationId xmlns:p14="http://schemas.microsoft.com/office/powerpoint/2010/main" val="307315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Rectangle 103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035" name="Straight Connector 103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037" name="Rectangle 1036">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A23EEF-5FEC-5C35-AE1E-0A983621EBBA}"/>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a:solidFill>
                  <a:schemeClr val="tx1">
                    <a:lumMod val="85000"/>
                    <a:lumOff val="15000"/>
                  </a:schemeClr>
                </a:solidFill>
              </a:rPr>
              <a:t>Scrum Agile</a:t>
            </a:r>
          </a:p>
        </p:txBody>
      </p:sp>
      <p:pic>
        <p:nvPicPr>
          <p:cNvPr id="1026" name="Picture 2" descr="Who Uses A Scrum Approach and Why Should You? - number8">
            <a:extLst>
              <a:ext uri="{FF2B5EF4-FFF2-40B4-BE49-F238E27FC236}">
                <a16:creationId xmlns:a16="http://schemas.microsoft.com/office/drawing/2014/main" id="{C5852BDA-87F3-B744-6F71-210885B7EC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33999" y="1318141"/>
            <a:ext cx="6912217" cy="3698036"/>
          </a:xfrm>
          <a:prstGeom prst="rect">
            <a:avLst/>
          </a:prstGeom>
          <a:noFill/>
          <a:extLst>
            <a:ext uri="{909E8E84-426E-40DD-AFC4-6F175D3DCCD1}">
              <a14:hiddenFill xmlns:a14="http://schemas.microsoft.com/office/drawing/2010/main">
                <a:solidFill>
                  <a:srgbClr val="FFFFFF"/>
                </a:solidFill>
              </a14:hiddenFill>
            </a:ext>
          </a:extLst>
        </p:spPr>
      </p:pic>
      <p:cxnSp>
        <p:nvCxnSpPr>
          <p:cNvPr id="1039" name="Straight Connector 1038">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041" name="Rectangle 1040">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43" name="Rectangle 1042">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6157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9FE1-E7EF-96FF-92BD-E870694F3FBF}"/>
              </a:ext>
            </a:extLst>
          </p:cNvPr>
          <p:cNvSpPr>
            <a:spLocks noGrp="1"/>
          </p:cNvSpPr>
          <p:nvPr>
            <p:ph type="title"/>
          </p:nvPr>
        </p:nvSpPr>
        <p:spPr/>
        <p:txBody>
          <a:bodyPr/>
          <a:lstStyle/>
          <a:p>
            <a:r>
              <a:rPr lang="en-US"/>
              <a:t>Đặc điểm của Scrum Agile</a:t>
            </a:r>
          </a:p>
        </p:txBody>
      </p:sp>
      <p:sp>
        <p:nvSpPr>
          <p:cNvPr id="3" name="Content Placeholder 2">
            <a:extLst>
              <a:ext uri="{FF2B5EF4-FFF2-40B4-BE49-F238E27FC236}">
                <a16:creationId xmlns:a16="http://schemas.microsoft.com/office/drawing/2014/main" id="{2DACCA50-CDA1-6EF9-FB35-8A9DA28A089F}"/>
              </a:ext>
            </a:extLst>
          </p:cNvPr>
          <p:cNvSpPr>
            <a:spLocks noGrp="1"/>
          </p:cNvSpPr>
          <p:nvPr>
            <p:ph idx="1"/>
          </p:nvPr>
        </p:nvSpPr>
        <p:spPr>
          <a:xfrm>
            <a:off x="1666754" y="2939970"/>
            <a:ext cx="8715737" cy="1689903"/>
          </a:xfrm>
        </p:spPr>
        <p:txBody>
          <a:bodyPr>
            <a:normAutofit/>
          </a:bodyPr>
          <a:lstStyle/>
          <a:p>
            <a:r>
              <a:rPr lang="en-US" sz="2800"/>
              <a:t>Light Weight</a:t>
            </a:r>
          </a:p>
          <a:p>
            <a:r>
              <a:rPr lang="en-US" sz="2800"/>
              <a:t>Simple to understand</a:t>
            </a:r>
          </a:p>
          <a:p>
            <a:r>
              <a:rPr lang="en-US" sz="2800"/>
              <a:t>Hard to be a master</a:t>
            </a:r>
          </a:p>
        </p:txBody>
      </p:sp>
    </p:spTree>
    <p:extLst>
      <p:ext uri="{BB962C8B-B14F-4D97-AF65-F5344CB8AC3E}">
        <p14:creationId xmlns:p14="http://schemas.microsoft.com/office/powerpoint/2010/main" val="3266273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8A4D-83F5-3FC2-6CE7-35B9178ED538}"/>
              </a:ext>
            </a:extLst>
          </p:cNvPr>
          <p:cNvSpPr>
            <a:spLocks noGrp="1"/>
          </p:cNvSpPr>
          <p:nvPr>
            <p:ph type="title"/>
          </p:nvPr>
        </p:nvSpPr>
        <p:spPr/>
        <p:txBody>
          <a:bodyPr/>
          <a:lstStyle/>
          <a:p>
            <a:r>
              <a:rPr lang="en-US"/>
              <a:t>Tính chất cơ bản của Scrum Agile</a:t>
            </a:r>
          </a:p>
        </p:txBody>
      </p:sp>
      <p:graphicFrame>
        <p:nvGraphicFramePr>
          <p:cNvPr id="5" name="Diagram 4">
            <a:extLst>
              <a:ext uri="{FF2B5EF4-FFF2-40B4-BE49-F238E27FC236}">
                <a16:creationId xmlns:a16="http://schemas.microsoft.com/office/drawing/2014/main" id="{979055C1-9A97-5E13-F091-4B07F4147612}"/>
              </a:ext>
            </a:extLst>
          </p:cNvPr>
          <p:cNvGraphicFramePr/>
          <p:nvPr>
            <p:extLst>
              <p:ext uri="{D42A27DB-BD31-4B8C-83A1-F6EECF244321}">
                <p14:modId xmlns:p14="http://schemas.microsoft.com/office/powerpoint/2010/main" val="972577947"/>
              </p:ext>
            </p:extLst>
          </p:nvPr>
        </p:nvGraphicFramePr>
        <p:xfrm>
          <a:off x="2574724" y="1840375"/>
          <a:ext cx="7042552" cy="42285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2229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17F74-73BC-0C21-2165-E6248C24BC89}"/>
              </a:ext>
            </a:extLst>
          </p:cNvPr>
          <p:cNvSpPr>
            <a:spLocks noGrp="1"/>
          </p:cNvSpPr>
          <p:nvPr>
            <p:ph type="title"/>
          </p:nvPr>
        </p:nvSpPr>
        <p:spPr/>
        <p:txBody>
          <a:bodyPr/>
          <a:lstStyle/>
          <a:p>
            <a:r>
              <a:rPr lang="en-US"/>
              <a:t>Scrum team</a:t>
            </a:r>
          </a:p>
        </p:txBody>
      </p:sp>
      <p:pic>
        <p:nvPicPr>
          <p:cNvPr id="3074" name="Picture 2" descr="Scrum Master là gì? Những tiêu chí cần có | TECHVIFY Careers">
            <a:extLst>
              <a:ext uri="{FF2B5EF4-FFF2-40B4-BE49-F238E27FC236}">
                <a16:creationId xmlns:a16="http://schemas.microsoft.com/office/drawing/2014/main" id="{2D7E71EA-7FE4-356D-4BFE-CA9F51C62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587" y="1872258"/>
            <a:ext cx="6840825" cy="415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74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108A-A0F9-2DB0-2A46-B8A21C806E83}"/>
              </a:ext>
            </a:extLst>
          </p:cNvPr>
          <p:cNvSpPr>
            <a:spLocks noGrp="1"/>
          </p:cNvSpPr>
          <p:nvPr>
            <p:ph type="title"/>
          </p:nvPr>
        </p:nvSpPr>
        <p:spPr/>
        <p:txBody>
          <a:bodyPr/>
          <a:lstStyle/>
          <a:p>
            <a:r>
              <a:rPr lang="en-US"/>
              <a:t>Product Owner</a:t>
            </a:r>
          </a:p>
        </p:txBody>
      </p:sp>
      <p:pic>
        <p:nvPicPr>
          <p:cNvPr id="5" name="Picture 4" descr="A diagram of a product owner&#10;&#10;Description automatically generated">
            <a:extLst>
              <a:ext uri="{FF2B5EF4-FFF2-40B4-BE49-F238E27FC236}">
                <a16:creationId xmlns:a16="http://schemas.microsoft.com/office/drawing/2014/main" id="{9FE19C6B-9D98-D257-45BB-4A506261D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0572" y="1921397"/>
            <a:ext cx="8090856" cy="4227472"/>
          </a:xfrm>
          <a:prstGeom prst="rect">
            <a:avLst/>
          </a:prstGeom>
        </p:spPr>
      </p:pic>
    </p:spTree>
    <p:extLst>
      <p:ext uri="{BB962C8B-B14F-4D97-AF65-F5344CB8AC3E}">
        <p14:creationId xmlns:p14="http://schemas.microsoft.com/office/powerpoint/2010/main" val="2558817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BEFA-2D87-986D-BDF4-16885DCFC09E}"/>
              </a:ext>
            </a:extLst>
          </p:cNvPr>
          <p:cNvSpPr>
            <a:spLocks noGrp="1"/>
          </p:cNvSpPr>
          <p:nvPr>
            <p:ph type="title"/>
          </p:nvPr>
        </p:nvSpPr>
        <p:spPr/>
        <p:txBody>
          <a:bodyPr/>
          <a:lstStyle/>
          <a:p>
            <a:r>
              <a:rPr lang="en-US"/>
              <a:t>Development Team</a:t>
            </a:r>
          </a:p>
        </p:txBody>
      </p:sp>
      <p:pic>
        <p:nvPicPr>
          <p:cNvPr id="5" name="Picture 4" descr="A group of cartoon people&#10;&#10;Description automatically generated">
            <a:extLst>
              <a:ext uri="{FF2B5EF4-FFF2-40B4-BE49-F238E27FC236}">
                <a16:creationId xmlns:a16="http://schemas.microsoft.com/office/drawing/2014/main" id="{1782E7F0-AD20-A8AA-B0F1-963D881FE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3287" y="1992678"/>
            <a:ext cx="8205426" cy="4142459"/>
          </a:xfrm>
          <a:prstGeom prst="rect">
            <a:avLst/>
          </a:prstGeom>
        </p:spPr>
      </p:pic>
    </p:spTree>
    <p:extLst>
      <p:ext uri="{BB962C8B-B14F-4D97-AF65-F5344CB8AC3E}">
        <p14:creationId xmlns:p14="http://schemas.microsoft.com/office/powerpoint/2010/main" val="282337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81EC-CBB3-E99C-7F5A-96280BEA242C}"/>
              </a:ext>
            </a:extLst>
          </p:cNvPr>
          <p:cNvSpPr>
            <a:spLocks noGrp="1"/>
          </p:cNvSpPr>
          <p:nvPr>
            <p:ph type="title"/>
          </p:nvPr>
        </p:nvSpPr>
        <p:spPr/>
        <p:txBody>
          <a:bodyPr/>
          <a:lstStyle/>
          <a:p>
            <a:r>
              <a:rPr lang="en-US"/>
              <a:t>Scrum Master</a:t>
            </a:r>
          </a:p>
        </p:txBody>
      </p:sp>
      <p:pic>
        <p:nvPicPr>
          <p:cNvPr id="5" name="Picture 4" descr="A drawing of a person with arrows pointing to different stages of a scrum&#10;&#10;Description automatically generated">
            <a:extLst>
              <a:ext uri="{FF2B5EF4-FFF2-40B4-BE49-F238E27FC236}">
                <a16:creationId xmlns:a16="http://schemas.microsoft.com/office/drawing/2014/main" id="{E5303F28-3828-1EBD-85F1-032CB9C3D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466" y="1833140"/>
            <a:ext cx="7863067" cy="4422976"/>
          </a:xfrm>
          <a:prstGeom prst="rect">
            <a:avLst/>
          </a:prstGeom>
        </p:spPr>
      </p:pic>
    </p:spTree>
    <p:extLst>
      <p:ext uri="{BB962C8B-B14F-4D97-AF65-F5344CB8AC3E}">
        <p14:creationId xmlns:p14="http://schemas.microsoft.com/office/powerpoint/2010/main" val="776902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4598-5807-195C-14A3-ACC279324FF2}"/>
              </a:ext>
            </a:extLst>
          </p:cNvPr>
          <p:cNvSpPr>
            <a:spLocks noGrp="1"/>
          </p:cNvSpPr>
          <p:nvPr>
            <p:ph type="title"/>
          </p:nvPr>
        </p:nvSpPr>
        <p:spPr/>
        <p:txBody>
          <a:bodyPr/>
          <a:lstStyle/>
          <a:p>
            <a:r>
              <a:rPr lang="en-US"/>
              <a:t>Product Backlog</a:t>
            </a:r>
          </a:p>
        </p:txBody>
      </p:sp>
      <p:pic>
        <p:nvPicPr>
          <p:cNvPr id="5" name="Picture 4" descr="A drawing of a product backlog&#10;&#10;Description automatically generated">
            <a:extLst>
              <a:ext uri="{FF2B5EF4-FFF2-40B4-BE49-F238E27FC236}">
                <a16:creationId xmlns:a16="http://schemas.microsoft.com/office/drawing/2014/main" id="{D76E4680-2EE7-444D-FFA1-9EA33563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6081" y="1996962"/>
            <a:ext cx="8059838" cy="3876510"/>
          </a:xfrm>
          <a:prstGeom prst="rect">
            <a:avLst/>
          </a:prstGeom>
        </p:spPr>
      </p:pic>
    </p:spTree>
    <p:extLst>
      <p:ext uri="{BB962C8B-B14F-4D97-AF65-F5344CB8AC3E}">
        <p14:creationId xmlns:p14="http://schemas.microsoft.com/office/powerpoint/2010/main" val="3220313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ACA79-0954-CB78-7706-80D72C26BC02}"/>
              </a:ext>
            </a:extLst>
          </p:cNvPr>
          <p:cNvSpPr>
            <a:spLocks noGrp="1"/>
          </p:cNvSpPr>
          <p:nvPr>
            <p:ph type="title"/>
          </p:nvPr>
        </p:nvSpPr>
        <p:spPr/>
        <p:txBody>
          <a:bodyPr/>
          <a:lstStyle/>
          <a:p>
            <a:r>
              <a:rPr lang="en-US"/>
              <a:t>User Story</a:t>
            </a:r>
          </a:p>
        </p:txBody>
      </p:sp>
      <p:pic>
        <p:nvPicPr>
          <p:cNvPr id="7" name="Picture 6" descr="A screenshot of a computer program&#10;&#10;Description automatically generated">
            <a:extLst>
              <a:ext uri="{FF2B5EF4-FFF2-40B4-BE49-F238E27FC236}">
                <a16:creationId xmlns:a16="http://schemas.microsoft.com/office/drawing/2014/main" id="{F70E9FB8-734F-29F6-B4DC-6D19B961E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6041" y="1896367"/>
            <a:ext cx="7675559" cy="4317502"/>
          </a:xfrm>
          <a:prstGeom prst="rect">
            <a:avLst/>
          </a:prstGeom>
        </p:spPr>
      </p:pic>
    </p:spTree>
    <p:extLst>
      <p:ext uri="{BB962C8B-B14F-4D97-AF65-F5344CB8AC3E}">
        <p14:creationId xmlns:p14="http://schemas.microsoft.com/office/powerpoint/2010/main" val="3540507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C8BDA-44CC-58D3-D929-783AE32BC023}"/>
              </a:ext>
            </a:extLst>
          </p:cNvPr>
          <p:cNvSpPr>
            <a:spLocks noGrp="1"/>
          </p:cNvSpPr>
          <p:nvPr>
            <p:ph type="title"/>
          </p:nvPr>
        </p:nvSpPr>
        <p:spPr/>
        <p:txBody>
          <a:bodyPr/>
          <a:lstStyle/>
          <a:p>
            <a:r>
              <a:rPr lang="en-US"/>
              <a:t>Story Point</a:t>
            </a:r>
          </a:p>
        </p:txBody>
      </p:sp>
      <p:pic>
        <p:nvPicPr>
          <p:cNvPr id="5" name="Picture 4" descr="A diagram of a product packaging&#10;&#10;Description automatically generated">
            <a:extLst>
              <a:ext uri="{FF2B5EF4-FFF2-40B4-BE49-F238E27FC236}">
                <a16:creationId xmlns:a16="http://schemas.microsoft.com/office/drawing/2014/main" id="{696252AF-0694-35E6-9FA9-CB073BF65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3828" y="1934129"/>
            <a:ext cx="5389837" cy="4168324"/>
          </a:xfrm>
          <a:prstGeom prst="rect">
            <a:avLst/>
          </a:prstGeom>
        </p:spPr>
      </p:pic>
      <p:pic>
        <p:nvPicPr>
          <p:cNvPr id="7" name="Picture 6" descr="A diagram of numbers and arrows&#10;&#10;Description automatically generated">
            <a:extLst>
              <a:ext uri="{FF2B5EF4-FFF2-40B4-BE49-F238E27FC236}">
                <a16:creationId xmlns:a16="http://schemas.microsoft.com/office/drawing/2014/main" id="{53B6799F-1F66-2915-9239-4E6528E557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7613" y="4734046"/>
            <a:ext cx="4728393" cy="1368407"/>
          </a:xfrm>
          <a:prstGeom prst="rect">
            <a:avLst/>
          </a:prstGeom>
        </p:spPr>
      </p:pic>
    </p:spTree>
    <p:extLst>
      <p:ext uri="{BB962C8B-B14F-4D97-AF65-F5344CB8AC3E}">
        <p14:creationId xmlns:p14="http://schemas.microsoft.com/office/powerpoint/2010/main" val="1444870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crum process&#10;&#10;Description automatically generated">
            <a:extLst>
              <a:ext uri="{FF2B5EF4-FFF2-40B4-BE49-F238E27FC236}">
                <a16:creationId xmlns:a16="http://schemas.microsoft.com/office/drawing/2014/main" id="{E4BFA8DC-F64B-FB65-E780-536F3B166D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3530" y="1273215"/>
            <a:ext cx="9264939" cy="4840931"/>
          </a:xfrm>
          <a:prstGeom prst="rect">
            <a:avLst/>
          </a:prstGeom>
        </p:spPr>
      </p:pic>
    </p:spTree>
    <p:extLst>
      <p:ext uri="{BB962C8B-B14F-4D97-AF65-F5344CB8AC3E}">
        <p14:creationId xmlns:p14="http://schemas.microsoft.com/office/powerpoint/2010/main" val="313073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CA34-04C9-3525-4C81-0CF313BE1B50}"/>
              </a:ext>
            </a:extLst>
          </p:cNvPr>
          <p:cNvSpPr>
            <a:spLocks noGrp="1"/>
          </p:cNvSpPr>
          <p:nvPr>
            <p:ph type="title"/>
          </p:nvPr>
        </p:nvSpPr>
        <p:spPr/>
        <p:txBody>
          <a:bodyPr/>
          <a:lstStyle/>
          <a:p>
            <a:r>
              <a:rPr lang="en-US"/>
              <a:t>Sprint Increment</a:t>
            </a:r>
          </a:p>
        </p:txBody>
      </p:sp>
      <p:pic>
        <p:nvPicPr>
          <p:cNvPr id="5" name="Picture 4" descr="A diagram of a scrum&#10;&#10;Description automatically generated">
            <a:extLst>
              <a:ext uri="{FF2B5EF4-FFF2-40B4-BE49-F238E27FC236}">
                <a16:creationId xmlns:a16="http://schemas.microsoft.com/office/drawing/2014/main" id="{CF530BF9-9F8A-196A-13F6-D9A95E10A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4304" y="1980718"/>
            <a:ext cx="6983392" cy="3928158"/>
          </a:xfrm>
          <a:prstGeom prst="rect">
            <a:avLst/>
          </a:prstGeom>
        </p:spPr>
      </p:pic>
    </p:spTree>
    <p:extLst>
      <p:ext uri="{BB962C8B-B14F-4D97-AF65-F5344CB8AC3E}">
        <p14:creationId xmlns:p14="http://schemas.microsoft.com/office/powerpoint/2010/main" val="4121213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86A98-227D-97F9-9B8A-60A96A967318}"/>
              </a:ext>
            </a:extLst>
          </p:cNvPr>
          <p:cNvSpPr>
            <a:spLocks noGrp="1"/>
          </p:cNvSpPr>
          <p:nvPr>
            <p:ph type="title"/>
          </p:nvPr>
        </p:nvSpPr>
        <p:spPr/>
        <p:txBody>
          <a:bodyPr/>
          <a:lstStyle/>
          <a:p>
            <a:r>
              <a:rPr lang="en-US"/>
              <a:t>Burndown chart</a:t>
            </a:r>
          </a:p>
        </p:txBody>
      </p:sp>
      <p:pic>
        <p:nvPicPr>
          <p:cNvPr id="5" name="Picture 4" descr="A graph with blue and green lines&#10;&#10;Description automatically generated">
            <a:extLst>
              <a:ext uri="{FF2B5EF4-FFF2-40B4-BE49-F238E27FC236}">
                <a16:creationId xmlns:a16="http://schemas.microsoft.com/office/drawing/2014/main" id="{B6DA2FFB-FBA7-E5F6-1BEC-2C9C9C2D4D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852" y="1841557"/>
            <a:ext cx="8292296" cy="4139238"/>
          </a:xfrm>
          <a:prstGeom prst="rect">
            <a:avLst/>
          </a:prstGeom>
        </p:spPr>
      </p:pic>
    </p:spTree>
    <p:extLst>
      <p:ext uri="{BB962C8B-B14F-4D97-AF65-F5344CB8AC3E}">
        <p14:creationId xmlns:p14="http://schemas.microsoft.com/office/powerpoint/2010/main" val="3215114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9951E-1DE4-4908-9693-0E618DB256BB}"/>
              </a:ext>
            </a:extLst>
          </p:cNvPr>
          <p:cNvSpPr>
            <a:spLocks noGrp="1"/>
          </p:cNvSpPr>
          <p:nvPr>
            <p:ph type="title"/>
          </p:nvPr>
        </p:nvSpPr>
        <p:spPr/>
        <p:txBody>
          <a:bodyPr/>
          <a:lstStyle/>
          <a:p>
            <a:r>
              <a:rPr lang="en-US"/>
              <a:t>Ưu điểm của Scrum</a:t>
            </a:r>
          </a:p>
        </p:txBody>
      </p:sp>
      <p:sp>
        <p:nvSpPr>
          <p:cNvPr id="3" name="Content Placeholder 2">
            <a:extLst>
              <a:ext uri="{FF2B5EF4-FFF2-40B4-BE49-F238E27FC236}">
                <a16:creationId xmlns:a16="http://schemas.microsoft.com/office/drawing/2014/main" id="{2620F42B-6C6F-421A-B5FF-FF090EF94974}"/>
              </a:ext>
            </a:extLst>
          </p:cNvPr>
          <p:cNvSpPr>
            <a:spLocks noGrp="1"/>
          </p:cNvSpPr>
          <p:nvPr>
            <p:ph idx="1"/>
          </p:nvPr>
        </p:nvSpPr>
        <p:spPr>
          <a:xfrm>
            <a:off x="1545053" y="1930575"/>
            <a:ext cx="9162854" cy="4023360"/>
          </a:xfrm>
        </p:spPr>
        <p:txBody>
          <a:bodyPr/>
          <a:lstStyle/>
          <a:p>
            <a:pPr>
              <a:lnSpc>
                <a:spcPct val="150000"/>
              </a:lnSpc>
            </a:pPr>
            <a:r>
              <a:rPr lang="vi-VN"/>
              <a:t>Phản hồi liên tục từ khách hàng hoặc bên liên quan giúp nhóm nắm bắt nhu cầu và điều chỉnh theo đó</a:t>
            </a:r>
          </a:p>
          <a:p>
            <a:pPr>
              <a:lnSpc>
                <a:spcPct val="150000"/>
              </a:lnSpc>
            </a:pPr>
            <a:r>
              <a:rPr lang="vi-VN"/>
              <a:t>Trách nhiệm chia sẻ có thể giúp mọi người hoàn thành nhiều việc hơn trong thời gian ít hơn</a:t>
            </a:r>
          </a:p>
          <a:p>
            <a:pPr>
              <a:lnSpc>
                <a:spcPct val="150000"/>
              </a:lnSpc>
            </a:pPr>
            <a:r>
              <a:rPr lang="vi-VN"/>
              <a:t>Khiến cho tất cả mọi người đều có trách nhiệm, duy trì động lực</a:t>
            </a:r>
          </a:p>
          <a:p>
            <a:pPr>
              <a:lnSpc>
                <a:spcPct val="150000"/>
              </a:lnSpc>
            </a:pPr>
            <a:r>
              <a:rPr lang="vi-VN"/>
              <a:t>Có thể giải quyết và khắc phục vấn đề trong cuộc họp hàng ngày</a:t>
            </a:r>
          </a:p>
          <a:p>
            <a:pPr>
              <a:lnSpc>
                <a:spcPct val="150000"/>
              </a:lnSpc>
            </a:pPr>
            <a:r>
              <a:rPr lang="vi-VN"/>
              <a:t>Phát triển nhanh chóng có nghĩa là có thể nhanh chóng loại trừ các dự án</a:t>
            </a:r>
            <a:endParaRPr lang="en-US"/>
          </a:p>
        </p:txBody>
      </p:sp>
    </p:spTree>
    <p:extLst>
      <p:ext uri="{BB962C8B-B14F-4D97-AF65-F5344CB8AC3E}">
        <p14:creationId xmlns:p14="http://schemas.microsoft.com/office/powerpoint/2010/main" val="1393424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B4E5-8E31-49B6-B932-3063B79056DD}"/>
              </a:ext>
            </a:extLst>
          </p:cNvPr>
          <p:cNvSpPr>
            <a:spLocks noGrp="1"/>
          </p:cNvSpPr>
          <p:nvPr>
            <p:ph type="title"/>
          </p:nvPr>
        </p:nvSpPr>
        <p:spPr/>
        <p:txBody>
          <a:bodyPr/>
          <a:lstStyle/>
          <a:p>
            <a:r>
              <a:rPr lang="en-US"/>
              <a:t>Nhược điểm của Scrum</a:t>
            </a:r>
          </a:p>
        </p:txBody>
      </p:sp>
      <p:sp>
        <p:nvSpPr>
          <p:cNvPr id="3" name="Content Placeholder 2">
            <a:extLst>
              <a:ext uri="{FF2B5EF4-FFF2-40B4-BE49-F238E27FC236}">
                <a16:creationId xmlns:a16="http://schemas.microsoft.com/office/drawing/2014/main" id="{D0AF33C7-D6C5-4BA5-8517-722CDF06CC40}"/>
              </a:ext>
            </a:extLst>
          </p:cNvPr>
          <p:cNvSpPr>
            <a:spLocks noGrp="1"/>
          </p:cNvSpPr>
          <p:nvPr>
            <p:ph idx="1"/>
          </p:nvPr>
        </p:nvSpPr>
        <p:spPr>
          <a:xfrm>
            <a:off x="1474351" y="2005990"/>
            <a:ext cx="9304257" cy="4023360"/>
          </a:xfrm>
        </p:spPr>
        <p:txBody>
          <a:bodyPr/>
          <a:lstStyle/>
          <a:p>
            <a:pPr>
              <a:lnSpc>
                <a:spcPct val="150000"/>
              </a:lnSpc>
            </a:pPr>
            <a:r>
              <a:rPr lang="vi-VN"/>
              <a:t>Đòi hỏi nhóm có kỹ năng, kinh nghiệm và tâm huyết</a:t>
            </a:r>
          </a:p>
          <a:p>
            <a:pPr>
              <a:lnSpc>
                <a:spcPct val="150000"/>
              </a:lnSpc>
            </a:pPr>
            <a:r>
              <a:rPr lang="vi-VN"/>
              <a:t>Lịch trình thời gian chặt chẽ có nghĩa là nếu bất cứ ai bị ốm hay nghỉ trong quá trình thực hiện dự án, thì có khả năng sẽ phải trì hoãn</a:t>
            </a:r>
          </a:p>
          <a:p>
            <a:pPr>
              <a:lnSpc>
                <a:spcPct val="150000"/>
              </a:lnSpc>
            </a:pPr>
            <a:r>
              <a:rPr lang="vi-VN"/>
              <a:t>Những thay đổi liên tục có thể dẫn đến trì hoãn và quá phạm vi dự án Có thể khó lên lịch cho các cuộc họp hàng ngày</a:t>
            </a:r>
          </a:p>
          <a:p>
            <a:pPr>
              <a:lnSpc>
                <a:spcPct val="150000"/>
              </a:lnSpc>
            </a:pPr>
            <a:r>
              <a:rPr lang="vi-VN"/>
              <a:t>Các thành viên nhóm trong nhiều dự án có thể trì hoãn việc giao thành phẩm khi ưu tiên của họ thay đổi.</a:t>
            </a:r>
            <a:endParaRPr lang="en-US"/>
          </a:p>
        </p:txBody>
      </p:sp>
    </p:spTree>
    <p:extLst>
      <p:ext uri="{BB962C8B-B14F-4D97-AF65-F5344CB8AC3E}">
        <p14:creationId xmlns:p14="http://schemas.microsoft.com/office/powerpoint/2010/main" val="559825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DE0F9-6A41-9092-2558-99B244050D7E}"/>
              </a:ext>
            </a:extLst>
          </p:cNvPr>
          <p:cNvSpPr>
            <a:spLocks noGrp="1"/>
          </p:cNvSpPr>
          <p:nvPr>
            <p:ph type="title"/>
          </p:nvPr>
        </p:nvSpPr>
        <p:spPr/>
        <p:txBody>
          <a:bodyPr/>
          <a:lstStyle/>
          <a:p>
            <a:r>
              <a:rPr lang="en-US"/>
              <a:t>So sánh Waterfall và Scrum</a:t>
            </a:r>
          </a:p>
        </p:txBody>
      </p:sp>
      <p:graphicFrame>
        <p:nvGraphicFramePr>
          <p:cNvPr id="4" name="Table 4">
            <a:extLst>
              <a:ext uri="{FF2B5EF4-FFF2-40B4-BE49-F238E27FC236}">
                <a16:creationId xmlns:a16="http://schemas.microsoft.com/office/drawing/2014/main" id="{2295D24F-7E0B-D406-C372-7405187B1144}"/>
              </a:ext>
            </a:extLst>
          </p:cNvPr>
          <p:cNvGraphicFramePr>
            <a:graphicFrameLocks noGrp="1"/>
          </p:cNvGraphicFramePr>
          <p:nvPr>
            <p:extLst>
              <p:ext uri="{D42A27DB-BD31-4B8C-83A1-F6EECF244321}">
                <p14:modId xmlns:p14="http://schemas.microsoft.com/office/powerpoint/2010/main" val="1800025623"/>
              </p:ext>
            </p:extLst>
          </p:nvPr>
        </p:nvGraphicFramePr>
        <p:xfrm>
          <a:off x="1329891" y="2068437"/>
          <a:ext cx="9593178" cy="3774440"/>
        </p:xfrm>
        <a:graphic>
          <a:graphicData uri="http://schemas.openxmlformats.org/drawingml/2006/table">
            <a:tbl>
              <a:tblPr firstRow="1" bandRow="1">
                <a:tableStyleId>{5C22544A-7EE6-4342-B048-85BDC9FD1C3A}</a:tableStyleId>
              </a:tblPr>
              <a:tblGrid>
                <a:gridCol w="3197726">
                  <a:extLst>
                    <a:ext uri="{9D8B030D-6E8A-4147-A177-3AD203B41FA5}">
                      <a16:colId xmlns:a16="http://schemas.microsoft.com/office/drawing/2014/main" val="124217685"/>
                    </a:ext>
                  </a:extLst>
                </a:gridCol>
                <a:gridCol w="3197726">
                  <a:extLst>
                    <a:ext uri="{9D8B030D-6E8A-4147-A177-3AD203B41FA5}">
                      <a16:colId xmlns:a16="http://schemas.microsoft.com/office/drawing/2014/main" val="2168476823"/>
                    </a:ext>
                  </a:extLst>
                </a:gridCol>
                <a:gridCol w="3197726">
                  <a:extLst>
                    <a:ext uri="{9D8B030D-6E8A-4147-A177-3AD203B41FA5}">
                      <a16:colId xmlns:a16="http://schemas.microsoft.com/office/drawing/2014/main" val="2236533521"/>
                    </a:ext>
                  </a:extLst>
                </a:gridCol>
              </a:tblGrid>
              <a:tr h="370840">
                <a:tc>
                  <a:txBody>
                    <a:bodyPr/>
                    <a:lstStyle/>
                    <a:p>
                      <a:endParaRPr lang="en-US"/>
                    </a:p>
                  </a:txBody>
                  <a:tcPr/>
                </a:tc>
                <a:tc>
                  <a:txBody>
                    <a:bodyPr/>
                    <a:lstStyle/>
                    <a:p>
                      <a:pPr algn="ctr"/>
                      <a:r>
                        <a:rPr lang="en-US"/>
                        <a:t>Waterfall</a:t>
                      </a:r>
                    </a:p>
                  </a:txBody>
                  <a:tcPr/>
                </a:tc>
                <a:tc>
                  <a:txBody>
                    <a:bodyPr/>
                    <a:lstStyle/>
                    <a:p>
                      <a:pPr algn="ctr"/>
                      <a:r>
                        <a:rPr lang="en-US"/>
                        <a:t>Scrum</a:t>
                      </a:r>
                    </a:p>
                  </a:txBody>
                  <a:tcPr/>
                </a:tc>
                <a:extLst>
                  <a:ext uri="{0D108BD9-81ED-4DB2-BD59-A6C34878D82A}">
                    <a16:rowId xmlns:a16="http://schemas.microsoft.com/office/drawing/2014/main" val="1271277155"/>
                  </a:ext>
                </a:extLst>
              </a:tr>
              <a:tr h="370840">
                <a:tc>
                  <a:txBody>
                    <a:bodyPr/>
                    <a:lstStyle/>
                    <a:p>
                      <a:r>
                        <a:rPr lang="en-US" b="1"/>
                        <a:t>Quá trình phát triển</a:t>
                      </a:r>
                    </a:p>
                  </a:txBody>
                  <a:tcPr/>
                </a:tc>
                <a:tc>
                  <a:txBody>
                    <a:bodyPr/>
                    <a:lstStyle/>
                    <a:p>
                      <a:r>
                        <a:rPr lang="en-US"/>
                        <a:t>Tuyến tính, trình tự cố định</a:t>
                      </a:r>
                    </a:p>
                  </a:txBody>
                  <a:tcPr/>
                </a:tc>
                <a:tc>
                  <a:txBody>
                    <a:bodyPr/>
                    <a:lstStyle/>
                    <a:p>
                      <a:r>
                        <a:rPr lang="en-US"/>
                        <a:t>Linh hoạt dựa trên sprint với thời gian cố định</a:t>
                      </a:r>
                    </a:p>
                  </a:txBody>
                  <a:tcPr/>
                </a:tc>
                <a:extLst>
                  <a:ext uri="{0D108BD9-81ED-4DB2-BD59-A6C34878D82A}">
                    <a16:rowId xmlns:a16="http://schemas.microsoft.com/office/drawing/2014/main" val="2390610288"/>
                  </a:ext>
                </a:extLst>
              </a:tr>
              <a:tr h="370840">
                <a:tc>
                  <a:txBody>
                    <a:bodyPr/>
                    <a:lstStyle/>
                    <a:p>
                      <a:r>
                        <a:rPr lang="en-US" b="1"/>
                        <a:t>Lập kế hoạch</a:t>
                      </a:r>
                    </a:p>
                  </a:txBody>
                  <a:tcPr/>
                </a:tc>
                <a:tc>
                  <a:txBody>
                    <a:bodyPr/>
                    <a:lstStyle/>
                    <a:p>
                      <a:r>
                        <a:rPr lang="en-US"/>
                        <a:t>Lập kế hoạch chi tiết ngay từ đầu</a:t>
                      </a:r>
                    </a:p>
                  </a:txBody>
                  <a:tcPr/>
                </a:tc>
                <a:tc>
                  <a:txBody>
                    <a:bodyPr/>
                    <a:lstStyle/>
                    <a:p>
                      <a:r>
                        <a:rPr lang="en-US"/>
                        <a:t>Lập kế hoạch cho từng sprint</a:t>
                      </a:r>
                    </a:p>
                  </a:txBody>
                  <a:tcPr/>
                </a:tc>
                <a:extLst>
                  <a:ext uri="{0D108BD9-81ED-4DB2-BD59-A6C34878D82A}">
                    <a16:rowId xmlns:a16="http://schemas.microsoft.com/office/drawing/2014/main" val="2089079316"/>
                  </a:ext>
                </a:extLst>
              </a:tr>
              <a:tr h="370840">
                <a:tc>
                  <a:txBody>
                    <a:bodyPr/>
                    <a:lstStyle/>
                    <a:p>
                      <a:r>
                        <a:rPr lang="en-US" b="1"/>
                        <a:t>Phân công công việc</a:t>
                      </a:r>
                    </a:p>
                  </a:txBody>
                  <a:tcPr/>
                </a:tc>
                <a:tc>
                  <a:txBody>
                    <a:bodyPr/>
                    <a:lstStyle/>
                    <a:p>
                      <a:r>
                        <a:rPr lang="en-US"/>
                        <a:t>Không thay đổi</a:t>
                      </a:r>
                    </a:p>
                  </a:txBody>
                  <a:tcPr/>
                </a:tc>
                <a:tc>
                  <a:txBody>
                    <a:bodyPr/>
                    <a:lstStyle/>
                    <a:p>
                      <a:r>
                        <a:rPr lang="en-US"/>
                        <a:t>Có thể thay thế</a:t>
                      </a:r>
                    </a:p>
                  </a:txBody>
                  <a:tcPr/>
                </a:tc>
                <a:extLst>
                  <a:ext uri="{0D108BD9-81ED-4DB2-BD59-A6C34878D82A}">
                    <a16:rowId xmlns:a16="http://schemas.microsoft.com/office/drawing/2014/main" val="2380556071"/>
                  </a:ext>
                </a:extLst>
              </a:tr>
              <a:tr h="370840">
                <a:tc>
                  <a:txBody>
                    <a:bodyPr/>
                    <a:lstStyle/>
                    <a:p>
                      <a:r>
                        <a:rPr lang="en-US" b="1"/>
                        <a:t>Kiểm thử</a:t>
                      </a:r>
                    </a:p>
                  </a:txBody>
                  <a:tcPr/>
                </a:tc>
                <a:tc>
                  <a:txBody>
                    <a:bodyPr/>
                    <a:lstStyle/>
                    <a:p>
                      <a:r>
                        <a:rPr lang="en-US"/>
                        <a:t>Ở giai đoạn hoàn thành</a:t>
                      </a:r>
                    </a:p>
                  </a:txBody>
                  <a:tcPr/>
                </a:tc>
                <a:tc>
                  <a:txBody>
                    <a:bodyPr/>
                    <a:lstStyle/>
                    <a:p>
                      <a:r>
                        <a:rPr lang="en-US"/>
                        <a:t>Trong suốt quá trình phát triển</a:t>
                      </a:r>
                    </a:p>
                  </a:txBody>
                  <a:tcPr/>
                </a:tc>
                <a:extLst>
                  <a:ext uri="{0D108BD9-81ED-4DB2-BD59-A6C34878D82A}">
                    <a16:rowId xmlns:a16="http://schemas.microsoft.com/office/drawing/2014/main" val="2841264060"/>
                  </a:ext>
                </a:extLst>
              </a:tr>
              <a:tr h="370840">
                <a:tc>
                  <a:txBody>
                    <a:bodyPr/>
                    <a:lstStyle/>
                    <a:p>
                      <a:r>
                        <a:rPr lang="en-US" b="1"/>
                        <a:t>Phản hồi và điều chỉnh</a:t>
                      </a:r>
                    </a:p>
                  </a:txBody>
                  <a:tcPr/>
                </a:tc>
                <a:tc>
                  <a:txBody>
                    <a:bodyPr/>
                    <a:lstStyle/>
                    <a:p>
                      <a:r>
                        <a:rPr lang="en-US"/>
                        <a:t>Khó thực hiện</a:t>
                      </a:r>
                    </a:p>
                  </a:txBody>
                  <a:tcPr/>
                </a:tc>
                <a:tc>
                  <a:txBody>
                    <a:bodyPr/>
                    <a:lstStyle/>
                    <a:p>
                      <a:r>
                        <a:rPr lang="en-US"/>
                        <a:t>Khuyến khích</a:t>
                      </a:r>
                    </a:p>
                  </a:txBody>
                  <a:tcPr/>
                </a:tc>
                <a:extLst>
                  <a:ext uri="{0D108BD9-81ED-4DB2-BD59-A6C34878D82A}">
                    <a16:rowId xmlns:a16="http://schemas.microsoft.com/office/drawing/2014/main" val="2334310530"/>
                  </a:ext>
                </a:extLst>
              </a:tr>
              <a:tr h="370840">
                <a:tc>
                  <a:txBody>
                    <a:bodyPr/>
                    <a:lstStyle/>
                    <a:p>
                      <a:r>
                        <a:rPr lang="en-US" b="1"/>
                        <a:t>Thay đổi yêu cầu</a:t>
                      </a:r>
                    </a:p>
                  </a:txBody>
                  <a:tcPr/>
                </a:tc>
                <a:tc>
                  <a:txBody>
                    <a:bodyPr/>
                    <a:lstStyle/>
                    <a:p>
                      <a:r>
                        <a:rPr lang="en-US"/>
                        <a:t>Khó thực hiện</a:t>
                      </a:r>
                    </a:p>
                  </a:txBody>
                  <a:tcPr/>
                </a:tc>
                <a:tc>
                  <a:txBody>
                    <a:bodyPr/>
                    <a:lstStyle/>
                    <a:p>
                      <a:r>
                        <a:rPr lang="en-US"/>
                        <a:t>Linh hoạt thay đổi</a:t>
                      </a:r>
                    </a:p>
                  </a:txBody>
                  <a:tcPr/>
                </a:tc>
                <a:extLst>
                  <a:ext uri="{0D108BD9-81ED-4DB2-BD59-A6C34878D82A}">
                    <a16:rowId xmlns:a16="http://schemas.microsoft.com/office/drawing/2014/main" val="1609737791"/>
                  </a:ext>
                </a:extLst>
              </a:tr>
              <a:tr h="370840">
                <a:tc>
                  <a:txBody>
                    <a:bodyPr/>
                    <a:lstStyle/>
                    <a:p>
                      <a:r>
                        <a:rPr lang="en-US" b="1"/>
                        <a:t>Hiếu suất dự án</a:t>
                      </a:r>
                    </a:p>
                  </a:txBody>
                  <a:tcPr/>
                </a:tc>
                <a:tc>
                  <a:txBody>
                    <a:bodyPr/>
                    <a:lstStyle/>
                    <a:p>
                      <a:r>
                        <a:rPr lang="en-US"/>
                        <a:t>Dự án phạm vi rõ ràng, ít thay đổi</a:t>
                      </a:r>
                    </a:p>
                  </a:txBody>
                  <a:tcPr/>
                </a:tc>
                <a:tc>
                  <a:txBody>
                    <a:bodyPr/>
                    <a:lstStyle/>
                    <a:p>
                      <a:r>
                        <a:rPr lang="en-US"/>
                        <a:t>Không rõ ràng, yêu cầu linh hoạt</a:t>
                      </a:r>
                    </a:p>
                  </a:txBody>
                  <a:tcPr/>
                </a:tc>
                <a:extLst>
                  <a:ext uri="{0D108BD9-81ED-4DB2-BD59-A6C34878D82A}">
                    <a16:rowId xmlns:a16="http://schemas.microsoft.com/office/drawing/2014/main" val="3746839736"/>
                  </a:ext>
                </a:extLst>
              </a:tr>
            </a:tbl>
          </a:graphicData>
        </a:graphic>
      </p:graphicFrame>
    </p:spTree>
    <p:extLst>
      <p:ext uri="{BB962C8B-B14F-4D97-AF65-F5344CB8AC3E}">
        <p14:creationId xmlns:p14="http://schemas.microsoft.com/office/powerpoint/2010/main" val="1246611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62AB0-C227-3056-3ECA-8A69241DF308}"/>
              </a:ext>
            </a:extLst>
          </p:cNvPr>
          <p:cNvSpPr>
            <a:spLocks noGrp="1"/>
          </p:cNvSpPr>
          <p:nvPr>
            <p:ph type="title"/>
          </p:nvPr>
        </p:nvSpPr>
        <p:spPr/>
        <p:txBody>
          <a:bodyPr/>
          <a:lstStyle/>
          <a:p>
            <a:r>
              <a:rPr lang="en-US"/>
              <a:t>Cách viết một User Story</a:t>
            </a:r>
          </a:p>
        </p:txBody>
      </p:sp>
      <p:sp>
        <p:nvSpPr>
          <p:cNvPr id="3" name="Content Placeholder 2">
            <a:extLst>
              <a:ext uri="{FF2B5EF4-FFF2-40B4-BE49-F238E27FC236}">
                <a16:creationId xmlns:a16="http://schemas.microsoft.com/office/drawing/2014/main" id="{9C45936C-A49F-AB8A-8598-0212464D192D}"/>
              </a:ext>
            </a:extLst>
          </p:cNvPr>
          <p:cNvSpPr>
            <a:spLocks noGrp="1"/>
          </p:cNvSpPr>
          <p:nvPr>
            <p:ph idx="1"/>
          </p:nvPr>
        </p:nvSpPr>
        <p:spPr/>
        <p:txBody>
          <a:bodyPr>
            <a:noAutofit/>
          </a:bodyPr>
          <a:lstStyle/>
          <a:p>
            <a:r>
              <a:rPr lang="en-US" sz="2400" b="1"/>
              <a:t>User Journey</a:t>
            </a:r>
          </a:p>
          <a:p>
            <a:r>
              <a:rPr lang="en-US" sz="2400"/>
              <a:t>Web bán hàng</a:t>
            </a:r>
          </a:p>
          <a:p>
            <a:r>
              <a:rPr lang="en-US" sz="2400"/>
              <a:t>Đăng kí tài khoản -&gt; Tìm kiếm sản phẩm cần mua -&gt; Thêm vào giỏ hàng -&gt; Đặt hang -&gt; …</a:t>
            </a:r>
          </a:p>
          <a:p>
            <a:endParaRPr lang="en-US" sz="2400"/>
          </a:p>
          <a:p>
            <a:r>
              <a:rPr lang="en-US" sz="2400" b="1"/>
              <a:t>User Story</a:t>
            </a:r>
          </a:p>
          <a:p>
            <a:pPr lvl="1"/>
            <a:r>
              <a:rPr lang="en-US" sz="2400"/>
              <a:t>User Story Statement: WHO? WHAT? WHY?</a:t>
            </a:r>
          </a:p>
          <a:p>
            <a:pPr lvl="1"/>
            <a:r>
              <a:rPr lang="en-US" sz="2400"/>
              <a:t>Description: Navigation, Design, diagram, Rules, Screen’s element, Message, lable, content</a:t>
            </a:r>
          </a:p>
          <a:p>
            <a:pPr lvl="1"/>
            <a:r>
              <a:rPr lang="en-US" sz="2400"/>
              <a:t>Acceptance Criteria: GIVEN? WHEN? THEN?</a:t>
            </a:r>
          </a:p>
        </p:txBody>
      </p:sp>
    </p:spTree>
    <p:extLst>
      <p:ext uri="{BB962C8B-B14F-4D97-AF65-F5344CB8AC3E}">
        <p14:creationId xmlns:p14="http://schemas.microsoft.com/office/powerpoint/2010/main" val="3252358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39A8AC-5093-0941-774D-68ED15179B5B}"/>
              </a:ext>
            </a:extLst>
          </p:cNvPr>
          <p:cNvSpPr>
            <a:spLocks noGrp="1"/>
          </p:cNvSpPr>
          <p:nvPr>
            <p:ph type="title" idx="4294967295"/>
          </p:nvPr>
        </p:nvSpPr>
        <p:spPr>
          <a:xfrm>
            <a:off x="1097280" y="758952"/>
            <a:ext cx="10058400" cy="3892168"/>
          </a:xfrm>
        </p:spPr>
        <p:txBody>
          <a:bodyPr vert="horz" lIns="91440" tIns="45720" rIns="91440" bIns="45720" rtlCol="0" anchor="b">
            <a:normAutofit/>
          </a:bodyPr>
          <a:lstStyle/>
          <a:p>
            <a:r>
              <a:rPr lang="en-US" sz="8000">
                <a:solidFill>
                  <a:schemeClr val="tx1">
                    <a:lumMod val="85000"/>
                    <a:lumOff val="15000"/>
                  </a:schemeClr>
                </a:solidFill>
              </a:rPr>
              <a:t>Demo MS Project</a:t>
            </a:r>
          </a:p>
        </p:txBody>
      </p:sp>
      <p:sp>
        <p:nvSpPr>
          <p:cNvPr id="15" name="Rectangle 14">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09027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FE635C-C432-47DA-AEAB-A593345CB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79FBF3D3-2448-4FF3-B57B-852CB3B851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E040C66D-4F1C-4AC9-9214-C9E6DA54AA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690978-B6FA-62C0-85C7-EDE94EEB0EFD}"/>
              </a:ext>
            </a:extLst>
          </p:cNvPr>
          <p:cNvSpPr>
            <a:spLocks noGrp="1"/>
          </p:cNvSpPr>
          <p:nvPr>
            <p:ph type="title" idx="4294967295"/>
          </p:nvPr>
        </p:nvSpPr>
        <p:spPr>
          <a:xfrm>
            <a:off x="965201" y="643467"/>
            <a:ext cx="6255026" cy="5054008"/>
          </a:xfrm>
        </p:spPr>
        <p:txBody>
          <a:bodyPr vert="horz" lIns="91440" tIns="45720" rIns="91440" bIns="45720" rtlCol="0" anchor="ctr">
            <a:normAutofit/>
          </a:bodyPr>
          <a:lstStyle/>
          <a:p>
            <a:pPr algn="r"/>
            <a:r>
              <a:rPr lang="en-US" sz="8000">
                <a:solidFill>
                  <a:schemeClr val="tx1">
                    <a:lumMod val="85000"/>
                    <a:lumOff val="15000"/>
                  </a:schemeClr>
                </a:solidFill>
              </a:rPr>
              <a:t>Thank You</a:t>
            </a:r>
          </a:p>
        </p:txBody>
      </p:sp>
      <p:cxnSp>
        <p:nvCxnSpPr>
          <p:cNvPr id="15" name="Straight Connector 14">
            <a:extLst>
              <a:ext uri="{FF2B5EF4-FFF2-40B4-BE49-F238E27FC236}">
                <a16:creationId xmlns:a16="http://schemas.microsoft.com/office/drawing/2014/main" id="{09525C9A-1972-4836-BA7A-706C946EF4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391367"/>
            <a:ext cx="0" cy="355820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22D9B36-9BE7-472B-8808-7E0D68107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0942"/>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8A549DE7-671D-4575-AF43-858FD999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956662"/>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377</TotalTime>
  <Words>757</Words>
  <Application>Microsoft Office PowerPoint</Application>
  <PresentationFormat>Widescreen</PresentationFormat>
  <Paragraphs>123</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Retrospect</vt:lpstr>
      <vt:lpstr>Waterfall &amp; Scrum Agile</vt:lpstr>
      <vt:lpstr>Tại sao cần phải có mô hình?</vt:lpstr>
      <vt:lpstr>Mô hình thác nước (Waterfall Model)</vt:lpstr>
      <vt:lpstr>Mô hình thác nước (Waterfall Model)</vt:lpstr>
      <vt:lpstr>Mô hình thác nước (Waterfall Model)</vt:lpstr>
      <vt:lpstr>Đặc điểm của mô hình thác nước </vt:lpstr>
      <vt:lpstr>Nhược điểm của mô hình thác nước</vt:lpstr>
      <vt:lpstr>Khi nào sử dụng mô hình thác nước?</vt:lpstr>
      <vt:lpstr>Phương pháp Agile</vt:lpstr>
      <vt:lpstr>Scrum Agile</vt:lpstr>
      <vt:lpstr>Đặc điểm của Scrum Agile</vt:lpstr>
      <vt:lpstr>Tính chất cơ bản của Scrum Agile</vt:lpstr>
      <vt:lpstr>Scrum team</vt:lpstr>
      <vt:lpstr>Product Owner</vt:lpstr>
      <vt:lpstr>Development Team</vt:lpstr>
      <vt:lpstr>Scrum Master</vt:lpstr>
      <vt:lpstr>Product Backlog</vt:lpstr>
      <vt:lpstr>User Story</vt:lpstr>
      <vt:lpstr>Story Point</vt:lpstr>
      <vt:lpstr>PowerPoint Presentation</vt:lpstr>
      <vt:lpstr>Sprint Increment</vt:lpstr>
      <vt:lpstr>Burndown chart</vt:lpstr>
      <vt:lpstr>Ưu điểm của Scrum</vt:lpstr>
      <vt:lpstr>Nhược điểm của Scrum</vt:lpstr>
      <vt:lpstr>So sánh Waterfall và Scrum</vt:lpstr>
      <vt:lpstr>Cách viết một User Story</vt:lpstr>
      <vt:lpstr>Demo MS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Fall &amp; Scrum Agile</dc:title>
  <dc:creator>Thanh Tâm</dc:creator>
  <cp:lastModifiedBy>Thanh Tâm</cp:lastModifiedBy>
  <cp:revision>10</cp:revision>
  <dcterms:created xsi:type="dcterms:W3CDTF">2023-08-14T14:58:48Z</dcterms:created>
  <dcterms:modified xsi:type="dcterms:W3CDTF">2023-08-16T15:48:43Z</dcterms:modified>
</cp:coreProperties>
</file>