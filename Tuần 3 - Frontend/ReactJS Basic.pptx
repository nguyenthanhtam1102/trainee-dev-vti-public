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1" r:id="rId3"/>
    <p:sldId id="257" r:id="rId4"/>
    <p:sldId id="262" r:id="rId5"/>
    <p:sldId id="258" r:id="rId6"/>
    <p:sldId id="259" r:id="rId7"/>
    <p:sldId id="263" r:id="rId8"/>
    <p:sldId id="260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2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  <p:sldId id="295" r:id="rId40"/>
    <p:sldId id="293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7" r:id="rId61"/>
    <p:sldId id="315" r:id="rId62"/>
    <p:sldId id="316" r:id="rId63"/>
    <p:sldId id="321" r:id="rId64"/>
    <p:sldId id="318" r:id="rId65"/>
    <p:sldId id="319" r:id="rId66"/>
    <p:sldId id="320" r:id="rId67"/>
    <p:sldId id="322" r:id="rId68"/>
    <p:sldId id="323" r:id="rId69"/>
    <p:sldId id="324" r:id="rId70"/>
    <p:sldId id="325" r:id="rId71"/>
    <p:sldId id="327" r:id="rId72"/>
    <p:sldId id="328" r:id="rId7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AB9D-90C4-44CC-AC9D-D3F6259BC167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4BC33-DDC1-409E-BB70-BC0C472DC7A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407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AB9D-90C4-44CC-AC9D-D3F6259BC167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4BC33-DDC1-409E-BB70-BC0C472D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82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AB9D-90C4-44CC-AC9D-D3F6259BC167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4BC33-DDC1-409E-BB70-BC0C472DC7A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622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AB9D-90C4-44CC-AC9D-D3F6259BC167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4BC33-DDC1-409E-BB70-BC0C472D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6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AB9D-90C4-44CC-AC9D-D3F6259BC167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4BC33-DDC1-409E-BB70-BC0C472D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AB9D-90C4-44CC-AC9D-D3F6259BC167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4BC33-DDC1-409E-BB70-BC0C472D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311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AB9D-90C4-44CC-AC9D-D3F6259BC167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4BC33-DDC1-409E-BB70-BC0C472D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1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3C6AB9D-90C4-44CC-AC9D-D3F6259BC167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64BC33-DDC1-409E-BB70-BC0C472D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574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AB9D-90C4-44CC-AC9D-D3F6259BC167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4BC33-DDC1-409E-BB70-BC0C472D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05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AB9D-90C4-44CC-AC9D-D3F6259BC167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4BC33-DDC1-409E-BB70-BC0C472D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45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AB9D-90C4-44CC-AC9D-D3F6259BC167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4BC33-DDC1-409E-BB70-BC0C472DC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578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3C6AB9D-90C4-44CC-AC9D-D3F6259BC167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A64BC33-DDC1-409E-BB70-BC0C472DC7A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82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sandbox.io/s/new" TargetMode="External"/><Relationship Id="rId2" Type="http://schemas.openxmlformats.org/officeDocument/2006/relationships/hyperlink" Target="https://codepen.io/pe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npkg.com/react@18.2.0/cjs/react.production.min.js" TargetMode="External"/><Relationship Id="rId2" Type="http://schemas.openxmlformats.org/officeDocument/2006/relationships/hyperlink" Target="https://unpkg.com/reac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npkg.com/react@18.2.0/cjs/react.development.js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unpkg.com/react-dom@18.0.0/umd/react-dom.production.min.j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abeljs.io/repl#?browsers=defaults%2C%20not%20ie%2011%2C%20not%20ie_mob%2011&amp;build=&amp;builtIns=false&amp;corejs=3.21&amp;spec=false&amp;loose=false&amp;code_lz=MYewdgzgLgBAJgSwG4wLwwDyKQPgBICmANkSDAO4gBORcGA9NjkA&amp;debug=false&amp;forceAllTransforms=false&amp;modules=false&amp;shippedProposals=false&amp;circleciRepo=&amp;evaluate=false&amp;fileSize=false&amp;timeTravel=false&amp;sourceType=module&amp;lineWrap=true&amp;presets=env%2Creact&amp;prettier=false&amp;targets=&amp;version=7.22.10&amp;externalPlugins=&amp;assumptions=%7B%7D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5AEC2-56C2-8147-2595-452B71D0A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054106"/>
            <a:ext cx="10058400" cy="1909603"/>
          </a:xfrm>
        </p:spPr>
        <p:txBody>
          <a:bodyPr/>
          <a:lstStyle/>
          <a:p>
            <a:pPr algn="ctr"/>
            <a:r>
              <a:rPr lang="en-US"/>
              <a:t>Frontend React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1E16A3-0361-CAC7-DBB6-C0CF17D8B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8694" y="3894291"/>
            <a:ext cx="6676986" cy="1143000"/>
          </a:xfrm>
        </p:spPr>
        <p:txBody>
          <a:bodyPr/>
          <a:lstStyle/>
          <a:p>
            <a:r>
              <a:rPr lang="en-US"/>
              <a:t>Người thực hiện: Nguyễn thanh tâm</a:t>
            </a:r>
          </a:p>
          <a:p>
            <a:r>
              <a:rPr lang="en-US"/>
              <a:t>Menter hướng dẫn: trương minh tuấn</a:t>
            </a:r>
          </a:p>
        </p:txBody>
      </p:sp>
    </p:spTree>
    <p:extLst>
      <p:ext uri="{BB962C8B-B14F-4D97-AF65-F5344CB8AC3E}">
        <p14:creationId xmlns:p14="http://schemas.microsoft.com/office/powerpoint/2010/main" val="740737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D9209-1BC6-214D-CACE-77E54013A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Tại sao cần phải sử dụng React?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DB44802-5E6A-4E8E-E3CB-9AA7B5348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26046"/>
              </p:ext>
            </p:extLst>
          </p:nvPr>
        </p:nvGraphicFramePr>
        <p:xfrm>
          <a:off x="1591803" y="2834803"/>
          <a:ext cx="2336385" cy="1915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385">
                  <a:extLst>
                    <a:ext uri="{9D8B030D-6E8A-4147-A177-3AD203B41FA5}">
                      <a16:colId xmlns:a16="http://schemas.microsoft.com/office/drawing/2014/main" val="3513090211"/>
                    </a:ext>
                  </a:extLst>
                </a:gridCol>
              </a:tblGrid>
              <a:tr h="42834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Header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099053"/>
                  </a:ext>
                </a:extLst>
              </a:tr>
              <a:tr h="148753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Home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1235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5D28A2-6F28-1BFE-B314-DD9D804B9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053543"/>
              </p:ext>
            </p:extLst>
          </p:nvPr>
        </p:nvGraphicFramePr>
        <p:xfrm>
          <a:off x="4927807" y="2834803"/>
          <a:ext cx="2336385" cy="1915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385">
                  <a:extLst>
                    <a:ext uri="{9D8B030D-6E8A-4147-A177-3AD203B41FA5}">
                      <a16:colId xmlns:a16="http://schemas.microsoft.com/office/drawing/2014/main" val="3513090211"/>
                    </a:ext>
                  </a:extLst>
                </a:gridCol>
              </a:tblGrid>
              <a:tr h="42834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Header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099053"/>
                  </a:ext>
                </a:extLst>
              </a:tr>
              <a:tr h="148753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Product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12357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E55DCD-4E45-6180-47CC-ACEF72A47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880758"/>
              </p:ext>
            </p:extLst>
          </p:nvPr>
        </p:nvGraphicFramePr>
        <p:xfrm>
          <a:off x="8263812" y="2834803"/>
          <a:ext cx="2336385" cy="1915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385">
                  <a:extLst>
                    <a:ext uri="{9D8B030D-6E8A-4147-A177-3AD203B41FA5}">
                      <a16:colId xmlns:a16="http://schemas.microsoft.com/office/drawing/2014/main" val="3513090211"/>
                    </a:ext>
                  </a:extLst>
                </a:gridCol>
              </a:tblGrid>
              <a:tr h="42834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Header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099053"/>
                  </a:ext>
                </a:extLst>
              </a:tr>
              <a:tr h="148753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Contact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123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714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3CFAA-C399-AE0F-5470-65D95DA72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React là gì?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94767-75A2-22DF-327C-54882C098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0" y="2026474"/>
            <a:ext cx="9144000" cy="280505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/>
              <a:t>React là một thư viện của Javascript</a:t>
            </a:r>
          </a:p>
          <a:p>
            <a:pPr marL="0" indent="0" algn="just">
              <a:buNone/>
            </a:pPr>
            <a:r>
              <a:rPr lang="en-US" sz="2800"/>
              <a:t>Được phát triển bởi Facebook vào năm 2011 và phát hành năm 2013</a:t>
            </a:r>
          </a:p>
          <a:p>
            <a:pPr marL="0" indent="0" algn="just">
              <a:buNone/>
            </a:pPr>
            <a:r>
              <a:rPr lang="en-US" sz="2800"/>
              <a:t>Dùng để phát triển giao diện người dùng dưới dạng Component để có thể tái sử dụng</a:t>
            </a:r>
          </a:p>
          <a:p>
            <a:pPr marL="0" indent="0" algn="just">
              <a:buNone/>
            </a:pPr>
            <a:r>
              <a:rPr lang="en-US" sz="2800"/>
              <a:t>ReactJS (dành cho web) &amp; React Native (dành cho thiết bị di động)</a:t>
            </a:r>
          </a:p>
          <a:p>
            <a:pPr marL="0" indent="0" algn="just">
              <a:buNone/>
            </a:pPr>
            <a:r>
              <a:rPr lang="en-US" sz="2800"/>
              <a:t>Ứng dụng: WhatsApp, Instagram, Facebook</a:t>
            </a:r>
          </a:p>
          <a:p>
            <a:pPr marL="0" indent="0" algn="just"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75019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2552-4BB9-C080-B4BD-D808B73D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MPA &amp; SPA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A3672-8D81-25A9-E22E-E65A0AA5D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535" y="2491119"/>
            <a:ext cx="9153330" cy="2808515"/>
          </a:xfrm>
        </p:spPr>
        <p:txBody>
          <a:bodyPr>
            <a:normAutofit/>
          </a:bodyPr>
          <a:lstStyle/>
          <a:p>
            <a:r>
              <a:rPr lang="en-US" sz="2800"/>
              <a:t>MPA: Multiple Page Application</a:t>
            </a:r>
          </a:p>
          <a:p>
            <a:r>
              <a:rPr lang="en-US" sz="2800"/>
              <a:t>SPA: Single Page Application</a:t>
            </a:r>
          </a:p>
        </p:txBody>
      </p:sp>
    </p:spTree>
    <p:extLst>
      <p:ext uri="{BB962C8B-B14F-4D97-AF65-F5344CB8AC3E}">
        <p14:creationId xmlns:p14="http://schemas.microsoft.com/office/powerpoint/2010/main" val="1634747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3526-154A-20F9-545A-E14C809F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React Running Tools</a:t>
            </a:r>
          </a:p>
        </p:txBody>
      </p:sp>
      <p:sp>
        <p:nvSpPr>
          <p:cNvPr id="4" name="Google Shape;104;p8">
            <a:extLst>
              <a:ext uri="{FF2B5EF4-FFF2-40B4-BE49-F238E27FC236}">
                <a16:creationId xmlns:a16="http://schemas.microsoft.com/office/drawing/2014/main" id="{FCC7000F-12AF-C7D2-53EA-6B713357900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97280" y="2070853"/>
            <a:ext cx="10058400" cy="40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Visual 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Studio Code</a:t>
            </a:r>
            <a:endParaRPr sz="2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None/>
            </a:pPr>
            <a:r>
              <a:rPr lang="en-US" sz="2800" b="0" i="0" u="sng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sz="2800" b="0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://codepen.io/pen</a:t>
            </a:r>
            <a:endParaRPr sz="2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None/>
            </a:pPr>
            <a:r>
              <a:rPr lang="en-US" sz="2800" b="0" i="0" u="sng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sz="2800" b="0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://codesandbox.io/s/new</a:t>
            </a:r>
            <a:endParaRPr sz="2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524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B947-8B35-E946-0BD7-686842257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phiên bản của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F60D9-F2C9-55DF-4B78-339A941DE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26104"/>
            <a:ext cx="10058400" cy="3542989"/>
          </a:xfrm>
        </p:spPr>
        <p:txBody>
          <a:bodyPr/>
          <a:lstStyle/>
          <a:p>
            <a:r>
              <a:rPr lang="en-US">
                <a:hlinkClick r:id="rId2"/>
              </a:rPr>
              <a:t>https://unpkg.com/react</a:t>
            </a:r>
            <a:endParaRPr lang="en-US"/>
          </a:p>
          <a:p>
            <a:r>
              <a:rPr lang="en-US">
                <a:hlinkClick r:id="rId3"/>
              </a:rPr>
              <a:t>https://unpkg.com/react@18.2.0/cjs/react.production.min.js</a:t>
            </a:r>
            <a:endParaRPr lang="en-US"/>
          </a:p>
          <a:p>
            <a:r>
              <a:rPr lang="en-US">
                <a:hlinkClick r:id="rId4"/>
              </a:rPr>
              <a:t>https://unpkg.com/react@18.2.0/cjs/react.development.js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10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192C-706E-9EEC-BB70-2A6E419B4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2C67A2-B4BA-1A27-01CF-0B17025A02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333" y="1846263"/>
            <a:ext cx="6629659" cy="40227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BE1894-6519-DE23-87FE-C9AF4DBFF53A}"/>
              </a:ext>
            </a:extLst>
          </p:cNvPr>
          <p:cNvSpPr txBox="1"/>
          <p:nvPr/>
        </p:nvSpPr>
        <p:spPr>
          <a:xfrm>
            <a:off x="8274989" y="3429000"/>
            <a:ext cx="3080366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DOM Element – Node - Object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ACE694-FE3F-6F67-27C2-0A8CFA9916D4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8024327" y="3798332"/>
            <a:ext cx="1790845" cy="85764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492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CF7A3-FCF4-DFB8-1372-FE1C6242B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06539-9B94-0E93-E76C-705709115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48370"/>
            <a:ext cx="5135569" cy="4359123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"en"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"viewport"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"width=device-width, initial-scale=1.0"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DOM Element --&gt;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Get DOM Element có id root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 thông tin của root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dir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FFFCA-B71D-F631-D7CD-D1DFA1CEB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719" y="1948370"/>
            <a:ext cx="4860961" cy="414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06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E45A7-B35A-F621-C13A-F16895C7D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React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3E9B1-6F83-F4D8-6E0E-A6362D91C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1845734"/>
            <a:ext cx="6040638" cy="4471090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"viewport"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"width=device-width, initial-scale=1.0"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crossorigin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"https://unpkg.com/react@18.0.0/umd/react.production.min.js"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React.createElement(&lt;type&gt;, &lt;props&gt;, ...&lt;children&gt;)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reactElement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"div"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 thông tin React Element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reactElement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2AE6FB-587E-4F5D-2EBA-8A14A24F2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384" y="1845734"/>
            <a:ext cx="4155117" cy="431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27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8C97-6D43-315C-1FFC-B880B320E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React-DOM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229A4-F7CA-0443-3CB4-DBEB6E263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8496" y="3849329"/>
            <a:ext cx="9255968" cy="1894253"/>
          </a:xfrm>
        </p:spPr>
        <p:txBody>
          <a:bodyPr>
            <a:normAutofit/>
          </a:bodyPr>
          <a:lstStyle/>
          <a:p>
            <a:r>
              <a:rPr lang="en-US"/>
              <a:t>React DOM là một thư viện đóng vai trò là cầu nối giữa React – DOM</a:t>
            </a:r>
          </a:p>
          <a:p>
            <a:r>
              <a:rPr lang="en-US"/>
              <a:t>Đưa React Element vào trong DOM</a:t>
            </a:r>
          </a:p>
          <a:p>
            <a:r>
              <a:rPr lang="en-US"/>
              <a:t>Render React Element to DOM Element</a:t>
            </a:r>
          </a:p>
          <a:p>
            <a:r>
              <a:rPr lang="en-US">
                <a:hlinkClick r:id="rId2"/>
              </a:rPr>
              <a:t>https://unpkg.com/react-dom@18.2.0/umd/react-dom.production.min.js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0DE8E-F2C8-6548-30A2-8B01499870F2}"/>
              </a:ext>
            </a:extLst>
          </p:cNvPr>
          <p:cNvSpPr txBox="1"/>
          <p:nvPr/>
        </p:nvSpPr>
        <p:spPr>
          <a:xfrm>
            <a:off x="3261048" y="2160036"/>
            <a:ext cx="5640356" cy="110799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>
                <a:solidFill>
                  <a:srgbClr val="FF0000"/>
                </a:solidFill>
              </a:rPr>
              <a:t>React</a:t>
            </a:r>
            <a:r>
              <a:rPr lang="en-US" sz="6600"/>
              <a:t> - </a:t>
            </a:r>
            <a:r>
              <a:rPr lang="en-US" sz="6600">
                <a:solidFill>
                  <a:schemeClr val="accent2"/>
                </a:solidFill>
              </a:rPr>
              <a:t>DOM</a:t>
            </a:r>
          </a:p>
        </p:txBody>
      </p:sp>
    </p:spTree>
    <p:extLst>
      <p:ext uri="{BB962C8B-B14F-4D97-AF65-F5344CB8AC3E}">
        <p14:creationId xmlns:p14="http://schemas.microsoft.com/office/powerpoint/2010/main" val="1831488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55BE6-1C48-7D4D-5FFB-12C89FD38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Tại sao lại có React DOM?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722AB9-2E66-15AD-4134-C308B5870755}"/>
              </a:ext>
            </a:extLst>
          </p:cNvPr>
          <p:cNvSpPr/>
          <p:nvPr/>
        </p:nvSpPr>
        <p:spPr>
          <a:xfrm>
            <a:off x="3153747" y="3668454"/>
            <a:ext cx="1871280" cy="584775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>
                <a:ln w="0"/>
              </a:rPr>
              <a:t>ReactJS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80969E-5F5F-B53C-DA8C-0856A55A4217}"/>
              </a:ext>
            </a:extLst>
          </p:cNvPr>
          <p:cNvSpPr/>
          <p:nvPr/>
        </p:nvSpPr>
        <p:spPr>
          <a:xfrm>
            <a:off x="6555688" y="3422233"/>
            <a:ext cx="2211594" cy="1077218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>
                <a:ln w="0"/>
              </a:rPr>
              <a:t>React Native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B77866-DD21-59FD-DE42-6BC1D9C81426}"/>
              </a:ext>
            </a:extLst>
          </p:cNvPr>
          <p:cNvSpPr/>
          <p:nvPr/>
        </p:nvSpPr>
        <p:spPr>
          <a:xfrm>
            <a:off x="4738783" y="3540678"/>
            <a:ext cx="2095686" cy="76944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0" cap="none" spc="0">
                <a:ln w="0"/>
              </a:rPr>
              <a:t>React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FF4687-D6A9-5D76-1483-C21D08BF4765}"/>
              </a:ext>
            </a:extLst>
          </p:cNvPr>
          <p:cNvSpPr/>
          <p:nvPr/>
        </p:nvSpPr>
        <p:spPr>
          <a:xfrm>
            <a:off x="3027357" y="2197357"/>
            <a:ext cx="3528331" cy="3526971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625D486-21F3-484A-F745-FA6CB95D8531}"/>
              </a:ext>
            </a:extLst>
          </p:cNvPr>
          <p:cNvSpPr/>
          <p:nvPr/>
        </p:nvSpPr>
        <p:spPr>
          <a:xfrm>
            <a:off x="4937196" y="2197358"/>
            <a:ext cx="3642672" cy="3526971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62F4D3-B6D8-128A-F659-D84684114323}"/>
              </a:ext>
            </a:extLst>
          </p:cNvPr>
          <p:cNvSpPr/>
          <p:nvPr/>
        </p:nvSpPr>
        <p:spPr>
          <a:xfrm>
            <a:off x="3334140" y="4381005"/>
            <a:ext cx="187128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>
                <a:ln w="0"/>
              </a:rPr>
              <a:t>React DOM</a:t>
            </a:r>
          </a:p>
        </p:txBody>
      </p:sp>
    </p:spTree>
    <p:extLst>
      <p:ext uri="{BB962C8B-B14F-4D97-AF65-F5344CB8AC3E}">
        <p14:creationId xmlns:p14="http://schemas.microsoft.com/office/powerpoint/2010/main" val="3480199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1B6D-ECB3-8F5F-2A33-39BE38CCF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603A4-9040-CD3B-9A41-B722D61ED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32346"/>
            <a:ext cx="10058400" cy="4032552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"viewport"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"width=device-width, initial-scale=1.0"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crossorigin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"https://unpkg.com/react@18.0.0/umd/react.production.min.js"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crossorigin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"https://unpkg.com/react-dom@18.2.0/umd/react-dom.production.min.js"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ReactDOM.createRoot(&lt;DOM Container&gt;)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reactRoot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ReactDOM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createRoot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React.createElement(&lt;type&gt;, &lt;props&gt;, &lt;children&gt;)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reactElement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createElement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"div"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reactRoot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reactElement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130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E74A1-ADCC-FBD9-6BC1-89DFBFDCE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JSX là gì?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6C123-F1CB-A267-53E5-935A6703C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576" y="1931437"/>
            <a:ext cx="9302620" cy="933062"/>
          </a:xfrm>
        </p:spPr>
        <p:txBody>
          <a:bodyPr/>
          <a:lstStyle/>
          <a:p>
            <a:r>
              <a:rPr lang="en-US"/>
              <a:t>JSX – Javascript Extensions</a:t>
            </a:r>
          </a:p>
          <a:p>
            <a:r>
              <a:rPr lang="en-US"/>
              <a:t>Javascript + XML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8625E7-143A-1390-87EC-E36779ADD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62" y="4681213"/>
            <a:ext cx="3109229" cy="7239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58E1415-26C5-7130-8FA8-06700BABACF8}"/>
              </a:ext>
            </a:extLst>
          </p:cNvPr>
          <p:cNvGrpSpPr/>
          <p:nvPr/>
        </p:nvGrpSpPr>
        <p:grpSpPr>
          <a:xfrm>
            <a:off x="3604036" y="2948473"/>
            <a:ext cx="5044878" cy="1045029"/>
            <a:chOff x="3604036" y="2948473"/>
            <a:chExt cx="5044878" cy="104502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B19787A-61E0-14C7-E404-FE75E6901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04037" y="3330505"/>
              <a:ext cx="5044877" cy="66299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779E5BE-E217-E348-EB42-F53B7FF45BF5}"/>
                </a:ext>
              </a:extLst>
            </p:cNvPr>
            <p:cNvSpPr txBox="1"/>
            <p:nvPr/>
          </p:nvSpPr>
          <p:spPr>
            <a:xfrm>
              <a:off x="3604036" y="2948473"/>
              <a:ext cx="5044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Non JSX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CD6F5B8-6494-4269-120D-0AB51D7B0237}"/>
              </a:ext>
            </a:extLst>
          </p:cNvPr>
          <p:cNvSpPr txBox="1"/>
          <p:nvPr/>
        </p:nvSpPr>
        <p:spPr>
          <a:xfrm>
            <a:off x="4571861" y="4311881"/>
            <a:ext cx="310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JSX</a:t>
            </a:r>
          </a:p>
        </p:txBody>
      </p:sp>
    </p:spTree>
    <p:extLst>
      <p:ext uri="{BB962C8B-B14F-4D97-AF65-F5344CB8AC3E}">
        <p14:creationId xmlns:p14="http://schemas.microsoft.com/office/powerpoint/2010/main" val="1738151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5902D-AA02-6CA8-95C8-166709DFB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JSX to JS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8082EA-E30B-8EF3-1B84-F77454B280EA}"/>
              </a:ext>
            </a:extLst>
          </p:cNvPr>
          <p:cNvGrpSpPr/>
          <p:nvPr/>
        </p:nvGrpSpPr>
        <p:grpSpPr>
          <a:xfrm>
            <a:off x="6126480" y="2090056"/>
            <a:ext cx="5044878" cy="1045029"/>
            <a:chOff x="3604036" y="2948473"/>
            <a:chExt cx="5044878" cy="104502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691D323-8B92-B103-8F88-3D4B598CF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4037" y="3330505"/>
              <a:ext cx="5044877" cy="66299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982EA7-ED27-FB27-649E-221CF33BA8EB}"/>
                </a:ext>
              </a:extLst>
            </p:cNvPr>
            <p:cNvSpPr txBox="1"/>
            <p:nvPr/>
          </p:nvSpPr>
          <p:spPr>
            <a:xfrm>
              <a:off x="3604036" y="2948473"/>
              <a:ext cx="5044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Non JSX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1E03472-8536-41EA-EEC4-653763260113}"/>
              </a:ext>
            </a:extLst>
          </p:cNvPr>
          <p:cNvGrpSpPr/>
          <p:nvPr/>
        </p:nvGrpSpPr>
        <p:grpSpPr>
          <a:xfrm>
            <a:off x="1175518" y="2090056"/>
            <a:ext cx="3109230" cy="1093295"/>
            <a:chOff x="7520334" y="1864509"/>
            <a:chExt cx="3109230" cy="109329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D344660-9B10-CE8D-B35E-1FC656F81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0335" y="2233841"/>
              <a:ext cx="3109229" cy="72396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D9B1B8-A5CE-8C33-585F-45C1AA7E3CF6}"/>
                </a:ext>
              </a:extLst>
            </p:cNvPr>
            <p:cNvSpPr txBox="1"/>
            <p:nvPr/>
          </p:nvSpPr>
          <p:spPr>
            <a:xfrm>
              <a:off x="7520334" y="1864509"/>
              <a:ext cx="3109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JSX</a:t>
              </a:r>
            </a:p>
          </p:txBody>
        </p:sp>
      </p:grp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304B500-2F16-C2C5-D217-4CF59C76A660}"/>
              </a:ext>
            </a:extLst>
          </p:cNvPr>
          <p:cNvSpPr/>
          <p:nvPr/>
        </p:nvSpPr>
        <p:spPr>
          <a:xfrm>
            <a:off x="4935894" y="2519002"/>
            <a:ext cx="737118" cy="569167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55C7EF-F0A5-E10E-FA14-5270015BABB5}"/>
              </a:ext>
            </a:extLst>
          </p:cNvPr>
          <p:cNvSpPr/>
          <p:nvPr/>
        </p:nvSpPr>
        <p:spPr>
          <a:xfrm>
            <a:off x="4424244" y="3230865"/>
            <a:ext cx="17604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Babel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3C0AEE-E163-2C19-AC77-165AE24DE22D}"/>
              </a:ext>
            </a:extLst>
          </p:cNvPr>
          <p:cNvSpPr txBox="1"/>
          <p:nvPr/>
        </p:nvSpPr>
        <p:spPr>
          <a:xfrm>
            <a:off x="1112957" y="4296891"/>
            <a:ext cx="10058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linkClick r:id="rId4"/>
              </a:rPr>
              <a:t>https://babeljs.io/repl#?browsers=defaults%2C%20not%20ie%2011%2C%20not%20ie_mob%2011&amp;build=&amp;builtIns=false&amp;corejs=3.21&amp;spec=false&amp;loose=false&amp;code_lz=MYewdgzgLgBAJgSwG4wLwwDyKQPgBICmANkSDAO4gBORcGA9NjkA&amp;debug=false&amp;forceAllTransforms=false&amp;modules=false&amp;shippedProposals=false&amp;circleciRepo=&amp;evaluate=false&amp;fileSize=false&amp;timeTravel=false&amp;sourceType=module&amp;lineWrap=true&amp;presets=env%2Creact&amp;prettier=false&amp;targets=&amp;version=7.22.10&amp;externalPlugins=&amp;assumptions=%7B%7D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618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DE10D-3E62-9300-922B-2373C3D6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1D3D4-5EED-115E-7B76-AE3CBADFA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98720" cy="4023360"/>
          </a:xfrm>
        </p:spPr>
        <p:txBody>
          <a:bodyPr>
            <a:normAutofit fontScale="55000" lnSpcReduction="2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"viewport"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"width=device-width, initial-scale=1.0"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crossorigin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"https://unpkg.com/react@18.0.0/umd/react.production.min.js"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crossorigin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"https://unpkg.com/react-dom@18.2.0/umd/react-dom.production.min.js"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crossorigin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"https://unpkg.com/babel-standalone@6.26.0/babel.min.js"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"text/babel"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rootElement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"root"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ReactDOM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createRoot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rootElement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108BEB-F91D-CE2F-AF2B-173F32B93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527" y="1845734"/>
            <a:ext cx="4999153" cy="446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965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7AED-272E-822F-52E8-EEB375DA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create-react-app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6B5366-A5E5-FF53-B85D-81F2CC4849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4452" y="2014419"/>
            <a:ext cx="6447079" cy="49534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B62287-F06F-0F71-B072-26A30CD91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452" y="2671847"/>
            <a:ext cx="5768840" cy="3048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9C95B6-FCA5-B9A8-A799-BD2CDD508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452" y="3124633"/>
            <a:ext cx="6218459" cy="3962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18CF56-52E1-3D95-FBB0-F6662B7D7A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451" y="3668867"/>
            <a:ext cx="5228689" cy="252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699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104E-9283-B1BB-FB2E-C4ED9729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React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3F2B-07A5-D1CF-3899-4D731BA28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931" y="2127380"/>
            <a:ext cx="9293290" cy="3741714"/>
          </a:xfrm>
        </p:spPr>
        <p:txBody>
          <a:bodyPr>
            <a:normAutofit/>
          </a:bodyPr>
          <a:lstStyle/>
          <a:p>
            <a:r>
              <a:rPr lang="en-US" sz="2400"/>
              <a:t>Function Component</a:t>
            </a:r>
          </a:p>
          <a:p>
            <a:r>
              <a:rPr lang="en-US" sz="2400"/>
              <a:t>Class Component</a:t>
            </a:r>
          </a:p>
        </p:txBody>
      </p:sp>
    </p:spTree>
    <p:extLst>
      <p:ext uri="{BB962C8B-B14F-4D97-AF65-F5344CB8AC3E}">
        <p14:creationId xmlns:p14="http://schemas.microsoft.com/office/powerpoint/2010/main" val="1766764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B19D5-DE49-EE50-72D3-1A134A038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8C354-4D84-3061-0A78-A45C59DE4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9125" y="2638836"/>
            <a:ext cx="3969242" cy="261429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2855F-C4A2-B254-8CF3-B98BBDABAD07}"/>
              </a:ext>
            </a:extLst>
          </p:cNvPr>
          <p:cNvSpPr txBox="1"/>
          <p:nvPr/>
        </p:nvSpPr>
        <p:spPr>
          <a:xfrm>
            <a:off x="6288833" y="2640563"/>
            <a:ext cx="41427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07894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F1B6-49A2-3CEB-7E5A-E08315CDA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551E6-C8AF-24F8-C375-97FD118BA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57" y="2164702"/>
            <a:ext cx="9041364" cy="370439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87369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01C47-E6A0-90D1-1063-35E8A7FD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439A21-C9C6-1F8F-DC1C-79C198BF6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2666" y="3682058"/>
            <a:ext cx="4753014" cy="24153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90C033-B75A-645F-CCB7-80B47EA99411}"/>
              </a:ext>
            </a:extLst>
          </p:cNvPr>
          <p:cNvSpPr txBox="1"/>
          <p:nvPr/>
        </p:nvSpPr>
        <p:spPr>
          <a:xfrm>
            <a:off x="1097280" y="2256648"/>
            <a:ext cx="4998720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/>
              <a:t>Props – Viết tắt Properties</a:t>
            </a:r>
          </a:p>
          <a:p>
            <a:pPr>
              <a:lnSpc>
                <a:spcPct val="150000"/>
              </a:lnSpc>
            </a:pPr>
            <a:r>
              <a:rPr lang="en-US" sz="2400"/>
              <a:t>Attribute của Component</a:t>
            </a:r>
          </a:p>
          <a:p>
            <a:pPr>
              <a:lnSpc>
                <a:spcPct val="150000"/>
              </a:lnSpc>
            </a:pPr>
            <a:r>
              <a:rPr lang="en-US" sz="2400"/>
              <a:t>Read-only, immutable</a:t>
            </a:r>
          </a:p>
          <a:p>
            <a:pPr>
              <a:lnSpc>
                <a:spcPct val="150000"/>
              </a:lnSpc>
            </a:pPr>
            <a:r>
              <a:rPr lang="en-US" sz="2400"/>
              <a:t>Gửi data từ parent component -&gt; child component</a:t>
            </a:r>
          </a:p>
          <a:p>
            <a:pPr>
              <a:lnSpc>
                <a:spcPct val="150000"/>
              </a:lnSpc>
            </a:pPr>
            <a:r>
              <a:rPr lang="en-US" sz="2400"/>
              <a:t>Tăng khả năng tái sử dụng component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A0BE3C-4029-9FA4-6F84-CF1C47799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666" y="1497678"/>
            <a:ext cx="4753014" cy="198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48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C0772-70AD-4804-5284-A37D3527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Props in Function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671C5-EBB1-CF6F-278B-3B511A2B5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652" y="2722812"/>
            <a:ext cx="4553960" cy="2660952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ProductList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Product List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ProductList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E3BA0-F1C4-C487-0F2D-8C8E0F6B3DD7}"/>
              </a:ext>
            </a:extLst>
          </p:cNvPr>
          <p:cNvSpPr txBox="1"/>
          <p:nvPr/>
        </p:nvSpPr>
        <p:spPr>
          <a:xfrm>
            <a:off x="5022980" y="1959428"/>
            <a:ext cx="6873551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vi-VN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ProductList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"./components/ProductList"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vi-VN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"Áo thun"</a:t>
            </a:r>
            <a:endParaRPr lang="vi-VN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"Áo sơ mi"</a:t>
            </a:r>
            <a:endParaRPr lang="vi-VN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vi-VN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vi-VN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vi-VN" sz="11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vi-VN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vi-VN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1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vi-VN" sz="11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vi-VN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sz="11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vi-VN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ProductList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vi-VN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vi-VN" sz="11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vi-VN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vi-VN" sz="11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vi-VN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vi-VN" sz="11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vi-VN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vi-VN" sz="11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vi-VN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vi-VN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53733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7802-1393-64C6-8736-19BDC244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Props in Function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4BBF8-248F-AF5D-99B7-D0520645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23016"/>
            <a:ext cx="4585063" cy="3939246"/>
          </a:xfrm>
        </p:spPr>
        <p:txBody>
          <a:bodyPr>
            <a:normAutofit fontScale="92500" lnSpcReduction="20000"/>
          </a:bodyPr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ProductList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Product List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ProductList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5A65D4-5874-D81F-0ECC-7292B8F77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558" y="2835868"/>
            <a:ext cx="5143946" cy="215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49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E7E3-E2E3-7CB0-57FA-BC2B8697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Props In Class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E6034-74DF-B9F6-308E-A2AF2B5DF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708" y="2096745"/>
            <a:ext cx="4706361" cy="3844351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ProductList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Product List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ProductList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A3E344-CF3C-054C-9BCC-CC745DF69467}"/>
              </a:ext>
            </a:extLst>
          </p:cNvPr>
          <p:cNvSpPr txBox="1"/>
          <p:nvPr/>
        </p:nvSpPr>
        <p:spPr>
          <a:xfrm>
            <a:off x="5570376" y="1856791"/>
            <a:ext cx="6372808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vi-VN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ProductList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"./components/ProductList"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vi-VN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"Áo thun"</a:t>
            </a:r>
            <a:endParaRPr lang="vi-VN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"Áo sơ mi"</a:t>
            </a:r>
            <a:endParaRPr lang="vi-VN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vi-VN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vi-VN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vi-VN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vi-VN" sz="11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vi-VN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vi-VN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1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vi-VN" sz="11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vi-VN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vi-VN" sz="11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vi-VN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ProductList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vi-VN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vi-VN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vi-VN" sz="11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vi-VN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vi-VN" sz="11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vi-VN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vi-VN" sz="11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vi-VN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vi-VN" sz="11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vi-VN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vi-VN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vi-VN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17121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344CA-4566-C633-ACD6-63DBD5816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Props giúp tăng khả năng tái sử dụng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5D882-D64A-503B-8807-F70CC3830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595" y="2433563"/>
            <a:ext cx="4379789" cy="2978193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ProductItem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Product Id: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Product Name: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ProductItem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F247D-793D-672A-B619-4A1CC08354E7}"/>
              </a:ext>
            </a:extLst>
          </p:cNvPr>
          <p:cNvSpPr txBox="1"/>
          <p:nvPr/>
        </p:nvSpPr>
        <p:spPr>
          <a:xfrm>
            <a:off x="5943600" y="1847461"/>
            <a:ext cx="50858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ProductItem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"./ProductItem"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ProductList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ProductItem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ProductList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268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2DE06-294A-DD45-2852-F8A68E8AB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EBA78-F01D-B1B8-DEED-0412BC9D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17558"/>
            <a:ext cx="10058400" cy="3751536"/>
          </a:xfrm>
        </p:spPr>
        <p:txBody>
          <a:bodyPr/>
          <a:lstStyle/>
          <a:p>
            <a:r>
              <a:rPr lang="en-US"/>
              <a:t>Thuộc tính default của class component</a:t>
            </a:r>
          </a:p>
          <a:p>
            <a:r>
              <a:rPr lang="en-US"/>
              <a:t>Dạng Object</a:t>
            </a:r>
          </a:p>
          <a:p>
            <a:r>
              <a:rPr lang="en-US"/>
              <a:t>Lưu trữ trạng thái của một Component, giúp React phát hiện khi nào dữ liệu thay đổi để re-render</a:t>
            </a:r>
          </a:p>
          <a:p>
            <a:r>
              <a:rPr lang="en-US"/>
              <a:t>Phạm vi chỉ trong một Component</a:t>
            </a:r>
          </a:p>
          <a:p>
            <a:r>
              <a:rPr lang="en-US"/>
              <a:t>Chỉ sử dụng trong Class Component</a:t>
            </a:r>
          </a:p>
        </p:txBody>
      </p:sp>
    </p:spTree>
    <p:extLst>
      <p:ext uri="{BB962C8B-B14F-4D97-AF65-F5344CB8AC3E}">
        <p14:creationId xmlns:p14="http://schemas.microsoft.com/office/powerpoint/2010/main" val="1431479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EC1D-22AD-C96E-691E-96D7B841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D16F0-FFD3-7036-92E5-4845BB448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81200"/>
            <a:ext cx="5273040" cy="4297680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full name"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{this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96F905-030B-C5BB-D741-8534DBD205ED}"/>
              </a:ext>
            </a:extLst>
          </p:cNvPr>
          <p:cNvSpPr txBox="1">
            <a:spLocks/>
          </p:cNvSpPr>
          <p:nvPr/>
        </p:nvSpPr>
        <p:spPr>
          <a:xfrm>
            <a:off x="6126480" y="1981200"/>
            <a:ext cx="5588000" cy="4297680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fullName: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setState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fullName: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full name"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{this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40064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9789-1511-AFE3-6E84-E5649D492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8FB05-B7E0-2D0C-964B-F0730F7B6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79414"/>
            <a:ext cx="4998720" cy="3843866"/>
          </a:xfrm>
        </p:spPr>
        <p:txBody>
          <a:bodyPr/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fullName: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D20FAA-87E0-E5EB-75EB-6350D05ED7A9}"/>
              </a:ext>
            </a:extLst>
          </p:cNvPr>
          <p:cNvSpPr txBox="1"/>
          <p:nvPr/>
        </p:nvSpPr>
        <p:spPr>
          <a:xfrm>
            <a:off x="6675120" y="3429000"/>
            <a:ext cx="441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setState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fullName: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3265620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763D4-951E-7FC0-41C4-CD9DBE10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In Function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80D28-3779-A607-E87E-9E932F4AA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4960" y="2018454"/>
            <a:ext cx="9052560" cy="402336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setFullName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your fullname"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setFullName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52414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E0BB-FEA6-DE65-01F5-ED88EABF2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In Function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F28CA-5B9F-FE87-B404-06E0511D0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57308"/>
            <a:ext cx="6908800" cy="552026"/>
          </a:xfrm>
        </p:spPr>
        <p:txBody>
          <a:bodyPr/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setFullName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C0545-9657-F219-F680-4D54CBF5F174}"/>
              </a:ext>
            </a:extLst>
          </p:cNvPr>
          <p:cNvSpPr txBox="1"/>
          <p:nvPr/>
        </p:nvSpPr>
        <p:spPr>
          <a:xfrm>
            <a:off x="1209040" y="2895600"/>
            <a:ext cx="659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setFullName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85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A913-9AE9-5344-3A60-E9446B482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way binding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6A5582-80A8-2E6F-138E-7548CFB96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835365" cy="4023360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your fullname"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{this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2A613A-2266-68D1-A7AC-AA93C93B5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435" y="1649790"/>
            <a:ext cx="4514290" cy="408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785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5709B-DF4A-ACA7-7F14-4FA147D49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way binding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FB400-5F84-E0F4-2D55-14BDE3AF1D3F}"/>
              </a:ext>
            </a:extLst>
          </p:cNvPr>
          <p:cNvSpPr txBox="1"/>
          <p:nvPr/>
        </p:nvSpPr>
        <p:spPr>
          <a:xfrm>
            <a:off x="1097280" y="1868414"/>
            <a:ext cx="5826034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fullName: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endParaRPr lang="en-US" sz="10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setState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fullName: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endParaRPr lang="en-US" sz="10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sz="10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0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full name"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US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US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0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0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0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 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{this</a:t>
            </a:r>
            <a:r>
              <a:rPr lang="en-US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0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0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0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0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0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95A9B5-BF3D-AD9D-2F7E-9C4245EFB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403" y="1349404"/>
            <a:ext cx="5179817" cy="469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344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8A492-F08D-F856-D0C4-7174E7453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&amp; Props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70BB33-0876-6759-8A5F-CCC2B4D33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292" y="1989968"/>
            <a:ext cx="6459415" cy="405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89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CF24-BD2A-5E40-51C1-91FB9B0F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77150-B5BE-7383-15E3-FC4CFC8DE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13992"/>
            <a:ext cx="10058400" cy="3555102"/>
          </a:xfrm>
        </p:spPr>
        <p:txBody>
          <a:bodyPr/>
          <a:lstStyle/>
          <a:p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FormAddProduct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handleAddNewProduct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{this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handleAddNewProduct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ProductList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{this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products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handleDelete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{this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handleDelete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D69400-B315-7B8A-BBCB-7362F9633409}"/>
              </a:ext>
            </a:extLst>
          </p:cNvPr>
          <p:cNvSpPr txBox="1"/>
          <p:nvPr/>
        </p:nvSpPr>
        <p:spPr>
          <a:xfrm>
            <a:off x="8098971" y="2127380"/>
            <a:ext cx="2705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props.children</a:t>
            </a:r>
          </a:p>
        </p:txBody>
      </p:sp>
    </p:spTree>
    <p:extLst>
      <p:ext uri="{BB962C8B-B14F-4D97-AF65-F5344CB8AC3E}">
        <p14:creationId xmlns:p14="http://schemas.microsoft.com/office/powerpoint/2010/main" val="12958558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27E19-3633-88F4-AD0A-0FFE0F640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2F3C4-32CF-7B0C-5C7F-246FEDFE5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7260" y="2814253"/>
            <a:ext cx="3157479" cy="2306388"/>
          </a:xfrm>
        </p:spPr>
        <p:txBody>
          <a:bodyPr>
            <a:normAutofit/>
          </a:bodyPr>
          <a:lstStyle/>
          <a:p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List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Item 1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Item 2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Item 3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4681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7397-2C93-A38B-D447-E60BA6B2C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Fragment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BF2C2-6815-2172-CA2E-F0F2E14CB67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48701" y="2583382"/>
            <a:ext cx="3894598" cy="280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List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Item 1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Item 2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Item 3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6740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12978-8E1C-14EA-BD6F-FC81D6631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383F0-27C5-E493-97E1-C17DAC28B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3685"/>
            <a:ext cx="5238206" cy="402336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React.Fragment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List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Item 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Item 2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Item 3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React.Fragment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4B88F5-BDD4-0CBE-C067-3896D653608F}"/>
              </a:ext>
            </a:extLst>
          </p:cNvPr>
          <p:cNvSpPr txBox="1"/>
          <p:nvPr/>
        </p:nvSpPr>
        <p:spPr>
          <a:xfrm>
            <a:off x="6522098" y="1763207"/>
            <a:ext cx="506652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List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Item 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Item 2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Item 3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335424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8586B-2EFD-A378-DC94-D68B9AB17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Fragment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6FD088-47F6-25F5-DE18-0A0C88837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801" y="2791128"/>
            <a:ext cx="3430483" cy="21999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C48759-D429-235D-4582-0B6DAFA29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930" y="2582161"/>
            <a:ext cx="4141070" cy="261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799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78858-B08D-054C-F716-90B3F446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BE3C-A8B0-EAD8-0B51-04A257675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8481" y="2013685"/>
            <a:ext cx="6955038" cy="4023360"/>
          </a:xfrm>
        </p:spPr>
        <p:txBody>
          <a:bodyPr/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{function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'Bạn vừa nhất nút Click'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44044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2878D-3251-87E4-4C70-8B0500D39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44030-B3D9-369D-FE37-1AEDA84DD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811" y="2023016"/>
            <a:ext cx="6936377" cy="4023360"/>
          </a:xfrm>
        </p:spPr>
        <p:txBody>
          <a:bodyPr/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'Bạn vừa nhất nút Click'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0927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71B79-EE66-2EFC-E09A-C3506BE6E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B5675-08FF-308F-C0A6-1CC6942B1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4362" y="2041677"/>
            <a:ext cx="6143275" cy="3967237"/>
          </a:xfrm>
        </p:spPr>
        <p:txBody>
          <a:bodyPr>
            <a:normAutofit fontScale="85000" lnSpcReduction="20000"/>
          </a:bodyPr>
          <a:lstStyle/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'Bạn vừa nhất nút Click'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76115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B842C-3EFC-E2A2-137A-A7A0DB59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CD9BE-AF75-3F0C-079A-F87D29ECF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309602" cy="3976568"/>
          </a:xfrm>
        </p:spPr>
        <p:txBody>
          <a:bodyPr>
            <a:normAutofit fontScale="92500" lnSpcReduction="20000"/>
          </a:bodyPr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'Bạn vừa nhất nút Click'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0E9749-073B-C51B-E354-A59973A33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921" y="1994361"/>
            <a:ext cx="4528943" cy="211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789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F1DE-E9E7-F675-D681-752B472C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DC47E-2F3B-46DE-E32E-5238BBE28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12265"/>
            <a:ext cx="4998720" cy="34353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`Hello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"Nguyen Thanh Tam"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0D4191-2E08-F971-21FB-5953DE3E2475}"/>
              </a:ext>
            </a:extLst>
          </p:cNvPr>
          <p:cNvSpPr txBox="1"/>
          <p:nvPr/>
        </p:nvSpPr>
        <p:spPr>
          <a:xfrm>
            <a:off x="6298164" y="2079091"/>
            <a:ext cx="549573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`Hello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"Nguyen Thanh Tam"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98681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A6ED3-17E0-AB0A-2887-342C11070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2CEB3-15E5-F88D-9668-34D4E933A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9713" y="2051008"/>
            <a:ext cx="8798767" cy="4023360"/>
          </a:xfrm>
        </p:spPr>
        <p:txBody>
          <a:bodyPr>
            <a:normAutofit fontScale="77500" lnSpcReduction="20000"/>
          </a:bodyPr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preventDefault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"Click"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'https://google.com'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501451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DC4A0-A41F-9832-1164-A3DB16E6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map()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9490D-B70A-BEE3-99CC-954F6DD69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04355"/>
            <a:ext cx="6880393" cy="402336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"Đi học"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"Quét nhà"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"Làm bài tập"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05447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224B-36DB-9CC3-FB98-981D2815E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map() method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7B05EF-57F3-D276-59F4-677E0D3E2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443338"/>
            <a:ext cx="4503810" cy="224809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56584C-16E0-D8CC-DCD7-C351B38D8EBC}"/>
              </a:ext>
            </a:extLst>
          </p:cNvPr>
          <p:cNvSpPr txBox="1"/>
          <p:nvPr/>
        </p:nvSpPr>
        <p:spPr>
          <a:xfrm>
            <a:off x="6335486" y="1737360"/>
            <a:ext cx="459066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"Đi học"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"Quét nhà"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"Làm bài tập"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9B47F-FBC9-4219-4BCA-E43FF2CD7CBC}"/>
              </a:ext>
            </a:extLst>
          </p:cNvPr>
          <p:cNvSpPr txBox="1"/>
          <p:nvPr/>
        </p:nvSpPr>
        <p:spPr>
          <a:xfrm>
            <a:off x="1097280" y="4784739"/>
            <a:ext cx="4503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Tại sao cần có Key?</a:t>
            </a:r>
          </a:p>
          <a:p>
            <a:r>
              <a:rPr lang="en-US"/>
              <a:t>React quản lí và render, nâng cao tốc độ và hiệu suất chương trình</a:t>
            </a:r>
          </a:p>
        </p:txBody>
      </p:sp>
    </p:spTree>
    <p:extLst>
      <p:ext uri="{BB962C8B-B14F-4D97-AF65-F5344CB8AC3E}">
        <p14:creationId xmlns:p14="http://schemas.microsoft.com/office/powerpoint/2010/main" val="29541817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04DF6-C598-E5C9-BC5D-DCA46DB2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map()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CFCD4-1BD5-0515-8D61-B6A117AFC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41677"/>
            <a:ext cx="3540034" cy="40233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todo: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"Đi học"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todo: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"Quét nhà"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todo: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"Làm bài tập"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E9E221-1E31-D1D7-5A31-E515D8649892}"/>
              </a:ext>
            </a:extLst>
          </p:cNvPr>
          <p:cNvSpPr txBox="1"/>
          <p:nvPr/>
        </p:nvSpPr>
        <p:spPr>
          <a:xfrm>
            <a:off x="5695406" y="2622196"/>
            <a:ext cx="50385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60843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CDF1F-3246-BFB4-6F8C-57F8CACA5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Render Có điều kiện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E952C-B0EE-324C-6123-EABBB5B34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2634965" cy="393613"/>
          </a:xfrm>
        </p:spPr>
        <p:txBody>
          <a:bodyPr/>
          <a:lstStyle/>
          <a:p>
            <a:r>
              <a:rPr lang="en-US"/>
              <a:t>Cách 1: Sử dụng if else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F509C-4C7A-0267-C56C-BC41BDA26386}"/>
              </a:ext>
            </a:extLst>
          </p:cNvPr>
          <p:cNvSpPr txBox="1"/>
          <p:nvPr/>
        </p:nvSpPr>
        <p:spPr>
          <a:xfrm>
            <a:off x="2634343" y="2752531"/>
            <a:ext cx="69233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isLogin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isLogin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Logout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98663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EE21-AAA1-B5B7-37D8-E3C2E36A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Render có điều kiện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404A1-5B44-9DE1-14F1-06D1F6459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316100" cy="384282"/>
          </a:xfrm>
        </p:spPr>
        <p:txBody>
          <a:bodyPr/>
          <a:lstStyle/>
          <a:p>
            <a:r>
              <a:rPr lang="en-US"/>
              <a:t>Cách 2: Sử dụng switch case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C5EA17-9907-9F26-B267-3EE7498186C1}"/>
              </a:ext>
            </a:extLst>
          </p:cNvPr>
          <p:cNvSpPr txBox="1"/>
          <p:nvPr/>
        </p:nvSpPr>
        <p:spPr>
          <a:xfrm>
            <a:off x="2799183" y="2640562"/>
            <a:ext cx="72592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currentDate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currentDate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Thứ 2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Thứ 3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58458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5501B-2B1B-0C14-3C50-FAB7090F7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Render có điều kiện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492FB-A9F5-08C1-28AD-E5537C01F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Cách 3: Sử dụng toán tử 3 ngôi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999810-8CE2-2389-59D9-FE5EFB1DE90B}"/>
              </a:ext>
            </a:extLst>
          </p:cNvPr>
          <p:cNvSpPr txBox="1"/>
          <p:nvPr/>
        </p:nvSpPr>
        <p:spPr>
          <a:xfrm>
            <a:off x="2555032" y="2841751"/>
            <a:ext cx="70819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isLogin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isLogin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"Logout"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"Login"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85930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C895-4966-3CCF-DDFF-A82AD17DA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Render có điều kiện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E21F0-84A3-66E4-AAB5-AA7E648AF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316100" cy="412274"/>
          </a:xfrm>
        </p:spPr>
        <p:txBody>
          <a:bodyPr/>
          <a:lstStyle/>
          <a:p>
            <a:r>
              <a:rPr lang="en-US"/>
              <a:t>Cách 4: Sử dụng toán tử logic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28CB3-379F-B93E-9C41-68CB49D0BB04}"/>
              </a:ext>
            </a:extLst>
          </p:cNvPr>
          <p:cNvSpPr txBox="1"/>
          <p:nvPr/>
        </p:nvSpPr>
        <p:spPr>
          <a:xfrm>
            <a:off x="1097281" y="2670282"/>
            <a:ext cx="58260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isLogin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isLogin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Logout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isLogin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E7CA9-8A7A-95C4-10F6-9AC72AA61F65}"/>
              </a:ext>
            </a:extLst>
          </p:cNvPr>
          <p:cNvSpPr txBox="1"/>
          <p:nvPr/>
        </p:nvSpPr>
        <p:spPr>
          <a:xfrm>
            <a:off x="7968343" y="3469123"/>
            <a:ext cx="2901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Boolean</a:t>
            </a:r>
          </a:p>
          <a:p>
            <a:r>
              <a:rPr lang="en-US"/>
              <a:t>Null</a:t>
            </a:r>
          </a:p>
          <a:p>
            <a:r>
              <a:rPr lang="en-US"/>
              <a:t>Undefine</a:t>
            </a:r>
          </a:p>
        </p:txBody>
      </p:sp>
    </p:spTree>
    <p:extLst>
      <p:ext uri="{BB962C8B-B14F-4D97-AF65-F5344CB8AC3E}">
        <p14:creationId xmlns:p14="http://schemas.microsoft.com/office/powerpoint/2010/main" val="96339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97582-F1C2-EB15-0BE5-F4BEED663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Truyền dữ liệu giữa các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62E59-9996-1879-B2EC-B6E67B79E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7701"/>
            <a:ext cx="5658083" cy="776168"/>
          </a:xfrm>
        </p:spPr>
        <p:txBody>
          <a:bodyPr>
            <a:normAutofit fontScale="77500" lnSpcReduction="20000"/>
          </a:bodyPr>
          <a:lstStyle/>
          <a:p>
            <a:r>
              <a:rPr lang="en-US" sz="2800"/>
              <a:t>Parent Component =&gt; Child Component</a:t>
            </a:r>
          </a:p>
          <a:p>
            <a:r>
              <a:rPr lang="en-US" sz="2800"/>
              <a:t>Truyền dữ liệu thông qua props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E20F9-2F86-5469-C298-5F0484D330F5}"/>
              </a:ext>
            </a:extLst>
          </p:cNvPr>
          <p:cNvSpPr txBox="1"/>
          <p:nvPr/>
        </p:nvSpPr>
        <p:spPr>
          <a:xfrm>
            <a:off x="1097280" y="2916887"/>
            <a:ext cx="40028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//PARENT COMPONENT</a:t>
            </a:r>
          </a:p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isLogin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'app'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2128E-0E20-793F-BA5B-C3F11CCE36F3}"/>
              </a:ext>
            </a:extLst>
          </p:cNvPr>
          <p:cNvSpPr txBox="1"/>
          <p:nvPr/>
        </p:nvSpPr>
        <p:spPr>
          <a:xfrm>
            <a:off x="5752633" y="2293603"/>
            <a:ext cx="54030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569CD6"/>
                </a:solidFill>
                <a:latin typeface="Consolas" panose="020B0609020204030204" pitchFamily="49" charset="0"/>
              </a:rPr>
              <a:t>// CHILD COMPONENT</a:t>
            </a:r>
            <a:endParaRPr lang="en-US" b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List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0266613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12C1-211C-9078-0145-EC9B1168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Truyền dữ liệu giữa các component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429EF0-0C96-0E52-95A9-8E322E9F9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1846263"/>
            <a:ext cx="10058400" cy="4022725"/>
          </a:xfrm>
        </p:spPr>
        <p:txBody>
          <a:bodyPr>
            <a:normAutofit/>
          </a:bodyPr>
          <a:lstStyle/>
          <a:p>
            <a:r>
              <a:rPr lang="en-US" sz="2800"/>
              <a:t>Parent Component =&gt; Child 1 Component =&gt; Child 2 Component</a:t>
            </a:r>
          </a:p>
          <a:p>
            <a:r>
              <a:rPr lang="en-US" sz="2800"/>
              <a:t>Truyền dữ liệu thông qua props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A9229-07E1-06B5-919E-B72ACBB52E6C}"/>
              </a:ext>
            </a:extLst>
          </p:cNvPr>
          <p:cNvSpPr txBox="1"/>
          <p:nvPr/>
        </p:nvSpPr>
        <p:spPr>
          <a:xfrm>
            <a:off x="229533" y="2991532"/>
            <a:ext cx="40028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//PARENT COMPONENT</a:t>
            </a:r>
          </a:p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isLogin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'app'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85D22-E367-E943-501C-2CC7F68A98EF}"/>
              </a:ext>
            </a:extLst>
          </p:cNvPr>
          <p:cNvSpPr txBox="1"/>
          <p:nvPr/>
        </p:nvSpPr>
        <p:spPr>
          <a:xfrm>
            <a:off x="3856647" y="2991532"/>
            <a:ext cx="410299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// Child 1 Component</a:t>
            </a:r>
          </a:p>
          <a:p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({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List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9A8DF4-3472-B9B9-55E0-11C56B5DD6CE}"/>
              </a:ext>
            </a:extLst>
          </p:cNvPr>
          <p:cNvSpPr txBox="1"/>
          <p:nvPr/>
        </p:nvSpPr>
        <p:spPr>
          <a:xfrm>
            <a:off x="8089479" y="2959946"/>
            <a:ext cx="4002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// Child 2 Component</a:t>
            </a:r>
          </a:p>
          <a:p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6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736478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FFE8D-045A-0356-AF70-280D2941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Truyền dữ liệu giữa các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E22D5-6980-F005-A602-3BFCF7571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249161" cy="822821"/>
          </a:xfrm>
        </p:spPr>
        <p:txBody>
          <a:bodyPr>
            <a:normAutofit lnSpcReduction="10000"/>
          </a:bodyPr>
          <a:lstStyle/>
          <a:p>
            <a:r>
              <a:rPr lang="en-US"/>
              <a:t>Child Component =&gt; Parent Component</a:t>
            </a:r>
          </a:p>
          <a:p>
            <a:r>
              <a:rPr lang="en-US" sz="2000"/>
              <a:t>Truyền dữ liệu thông qua callback</a:t>
            </a:r>
          </a:p>
          <a:p>
            <a:endParaRPr lang="en-US" sz="2000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FB70C-8A12-F83E-BAD3-686B500D390A}"/>
              </a:ext>
            </a:extLst>
          </p:cNvPr>
          <p:cNvSpPr txBox="1"/>
          <p:nvPr/>
        </p:nvSpPr>
        <p:spPr>
          <a:xfrm>
            <a:off x="195943" y="2668555"/>
            <a:ext cx="456267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setTodoList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todos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handleTodoChecked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setTodoList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!==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'app'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handleTodoChecked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handleTodoChecked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84D05-77FE-C0E1-40DB-17AC1DDDEF54}"/>
              </a:ext>
            </a:extLst>
          </p:cNvPr>
          <p:cNvSpPr txBox="1"/>
          <p:nvPr/>
        </p:nvSpPr>
        <p:spPr>
          <a:xfrm>
            <a:off x="4516017" y="2668555"/>
            <a:ext cx="388153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handleTodoChecked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Todo List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handleTodoChecked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handleTodoChecked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035D4D-FEB0-69D0-47E1-035540CE2256}"/>
              </a:ext>
            </a:extLst>
          </p:cNvPr>
          <p:cNvSpPr txBox="1"/>
          <p:nvPr/>
        </p:nvSpPr>
        <p:spPr>
          <a:xfrm>
            <a:off x="8238932" y="2257144"/>
            <a:ext cx="388153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handleTodoChecked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handleTodoChecked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7786850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1AB28-0C49-E2A1-8191-F57533EDB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Truyền dữ liệu giữa các component</a:t>
            </a:r>
          </a:p>
        </p:txBody>
      </p:sp>
      <p:pic>
        <p:nvPicPr>
          <p:cNvPr id="4" name="Picture 2" descr="Design Patterns for Communication Between Vue.js Component | All Pro Web  Designs">
            <a:extLst>
              <a:ext uri="{FF2B5EF4-FFF2-40B4-BE49-F238E27FC236}">
                <a16:creationId xmlns:a16="http://schemas.microsoft.com/office/drawing/2014/main" id="{EEF29D33-B2AE-7AF3-9454-C8E2F61298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280" y="2107520"/>
            <a:ext cx="5447440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9102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C8EC-E3EC-A644-1C2C-CD7050122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651FC-1864-A86D-4608-F671626C5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917" y="1957855"/>
            <a:ext cx="3456059" cy="145075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ThemeContext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createContext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"LIGHT"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ThemeContext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3A91EC-EB26-7597-39B5-6EAD7A38D3F8}"/>
              </a:ext>
            </a:extLst>
          </p:cNvPr>
          <p:cNvSpPr txBox="1"/>
          <p:nvPr/>
        </p:nvSpPr>
        <p:spPr>
          <a:xfrm>
            <a:off x="1199917" y="3749457"/>
            <a:ext cx="375090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theme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setTheme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'LIGHT'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'app'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ThemeContext.Provider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theme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setTheme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ThemeContext.Provider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17D4D-CFEF-6422-568D-89606B5020DC}"/>
              </a:ext>
            </a:extLst>
          </p:cNvPr>
          <p:cNvSpPr txBox="1"/>
          <p:nvPr/>
        </p:nvSpPr>
        <p:spPr>
          <a:xfrm>
            <a:off x="5967549" y="416447"/>
            <a:ext cx="44973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ThemeContext.Consumer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theme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"LIGHT"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US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"light-theme"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"dark-theme"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Current theme: 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theme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ThemeControl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&lt;/&gt;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ThemeContext.Consumer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A17F37-8B08-082F-DBE2-678A89E290BC}"/>
              </a:ext>
            </a:extLst>
          </p:cNvPr>
          <p:cNvSpPr txBox="1"/>
          <p:nvPr/>
        </p:nvSpPr>
        <p:spPr>
          <a:xfrm>
            <a:off x="5967549" y="3607208"/>
            <a:ext cx="48724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ThemeControl</a:t>
            </a: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ThemeContext.Consumer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setTheme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theme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"LIGHT"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US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"DARK"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"LIGHT"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theme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"LIGHT"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US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"DARK"</a:t>
            </a:r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"LIGHT"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ThemeContext.Consumer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6427125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2B76-A8AE-DD58-4DBC-72396DF47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767AB1-6AED-7112-76FB-C39610B95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3470" y="2018471"/>
            <a:ext cx="7434000" cy="41865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F9689D-2B8F-734F-9F1B-9563BC2152A3}"/>
              </a:ext>
            </a:extLst>
          </p:cNvPr>
          <p:cNvSpPr txBox="1"/>
          <p:nvPr/>
        </p:nvSpPr>
        <p:spPr>
          <a:xfrm>
            <a:off x="1243470" y="3128211"/>
            <a:ext cx="77947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React.StrictMode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BrowserRouter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Routes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'/product'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ProductPage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'/contact'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ContactPage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Routes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BrowserRouter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React.StrictMode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5960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AC985-4F09-188B-6F62-49AADB9D5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09EA8-813F-8E32-5785-580B39AD9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917" y="2099387"/>
            <a:ext cx="10058400" cy="4002972"/>
          </a:xfrm>
        </p:spPr>
        <p:txBody>
          <a:bodyPr>
            <a:normAutofit fontScale="92500" lnSpcReduction="20000"/>
          </a:bodyPr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"/product"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"/contact"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"/login"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36433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39CC-4578-09E8-81D3-C949FE935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303DC-5834-4742-2BC0-5D84F5188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3233" y="2323320"/>
            <a:ext cx="4229878" cy="3564433"/>
          </a:xfrm>
        </p:spPr>
        <p:txBody>
          <a:bodyPr/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'app'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Outlet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181EB0-191F-E229-5490-F64E29F9BE45}"/>
              </a:ext>
            </a:extLst>
          </p:cNvPr>
          <p:cNvSpPr txBox="1">
            <a:spLocks/>
          </p:cNvSpPr>
          <p:nvPr/>
        </p:nvSpPr>
        <p:spPr>
          <a:xfrm>
            <a:off x="1097280" y="2323319"/>
            <a:ext cx="5707225" cy="356443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React.StrictMode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BrowserRouter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Routes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HomePage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'/product'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ProductPage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'/contact'</a:t>
            </a:r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ContactPage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Routes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BrowserRouter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React.StrictMode</a:t>
            </a:r>
            <a:r>
              <a:rPr lang="en-US" sz="14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7062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3F1D-D64C-B8DF-1215-D53EF638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Nested Route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B5447-7D39-FBB6-5E16-87C474C9D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491272"/>
            <a:ext cx="10058400" cy="447871"/>
          </a:xfrm>
        </p:spPr>
        <p:txBody>
          <a:bodyPr/>
          <a:lstStyle/>
          <a:p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"/products/:id"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ProductDetails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021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2A0F-5B1F-675B-65FC-4AF245C69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Error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4CA85-BF2A-8492-E20F-E10C7A631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69976"/>
            <a:ext cx="10058400" cy="438538"/>
          </a:xfrm>
        </p:spPr>
        <p:txBody>
          <a:bodyPr/>
          <a:lstStyle/>
          <a:p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"/*"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ErrorPage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286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4EBBA-63C8-03CD-068A-4E361F2A0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NavLink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9E0B-D9EF-FD63-ADB7-401FA00EF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65917"/>
            <a:ext cx="10058400" cy="541177"/>
          </a:xfrm>
        </p:spPr>
        <p:txBody>
          <a:bodyPr/>
          <a:lstStyle/>
          <a:p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NavLink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NavLink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7853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23AC5-E959-FCFA-981E-D41857F32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 Hook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40C15-069F-0018-DC5C-51F410617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useNavigate()</a:t>
            </a:r>
          </a:p>
          <a:p>
            <a:r>
              <a:rPr lang="en-US"/>
              <a:t>useLocation ()</a:t>
            </a:r>
          </a:p>
          <a:p>
            <a:r>
              <a:rPr lang="en-US"/>
              <a:t>useMatch()</a:t>
            </a:r>
          </a:p>
          <a:p>
            <a:r>
              <a:rPr lang="en-US"/>
              <a:t>useParams()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560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D16F1-828A-66CB-CBD0-00CA8ED46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useNavigate()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18E69-3F98-5046-65AD-D77963CC6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236" y="1978090"/>
            <a:ext cx="9293291" cy="3891004"/>
          </a:xfrm>
        </p:spPr>
        <p:txBody>
          <a:bodyPr/>
          <a:lstStyle/>
          <a:p>
            <a:r>
              <a:rPr lang="en-US"/>
              <a:t>Di chuyển đến một đường dẫn được chỉ định</a:t>
            </a:r>
          </a:p>
        </p:txBody>
      </p:sp>
    </p:spTree>
    <p:extLst>
      <p:ext uri="{BB962C8B-B14F-4D97-AF65-F5344CB8AC3E}">
        <p14:creationId xmlns:p14="http://schemas.microsoft.com/office/powerpoint/2010/main" val="42501766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3D87C-AA12-DBC9-3330-C6953E89A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useNavigate()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1E665-19F8-8843-1666-561598EEF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9735561" cy="1382658"/>
          </a:xfrm>
        </p:spPr>
        <p:txBody>
          <a:bodyPr>
            <a:normAutofit/>
          </a:bodyPr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AccountPage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return &lt;Link to="/login"&gt;&lt;button&gt;Logout&lt;/button&gt;&lt;/Link&gt;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702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AA8ED-1879-EA7B-0F1F-208F290F9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useNavigate()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71819-376F-3FF5-A600-9292296A0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4195" y="3498980"/>
            <a:ext cx="7346924" cy="335902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AccountPage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navigate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useNavigate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navigate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'/login'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sz="1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8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Logout</a:t>
            </a:r>
            <a:r>
              <a:rPr lang="en-US" sz="18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sz="1800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8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5C5D0-C936-0237-3462-C67C9EC6DF3C}"/>
              </a:ext>
            </a:extLst>
          </p:cNvPr>
          <p:cNvSpPr txBox="1"/>
          <p:nvPr/>
        </p:nvSpPr>
        <p:spPr>
          <a:xfrm>
            <a:off x="1203649" y="1838131"/>
            <a:ext cx="9554547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const navigate = useNavigate();</a:t>
            </a:r>
          </a:p>
          <a:p>
            <a:pPr>
              <a:lnSpc>
                <a:spcPct val="150000"/>
              </a:lnSpc>
            </a:pPr>
            <a:r>
              <a:rPr lang="en-US"/>
              <a:t>navigate(&lt;đường dẫn muốn chuyển đến&gt;)</a:t>
            </a:r>
          </a:p>
          <a:p>
            <a:pPr>
              <a:lnSpc>
                <a:spcPct val="150000"/>
              </a:lnSpc>
            </a:pPr>
            <a:r>
              <a:rPr lang="en-US"/>
              <a:t>Lưu ý: useNavigate() thường được sử dụng chung với useEffect()</a:t>
            </a:r>
          </a:p>
        </p:txBody>
      </p:sp>
    </p:spTree>
    <p:extLst>
      <p:ext uri="{BB962C8B-B14F-4D97-AF65-F5344CB8AC3E}">
        <p14:creationId xmlns:p14="http://schemas.microsoft.com/office/powerpoint/2010/main" val="29489411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B79DD-2D39-4782-FD1D-7D6F4D5F1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useLocation()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83D8D-97E0-2247-A9B8-6E41BFE77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236" y="2034072"/>
            <a:ext cx="9144001" cy="3835021"/>
          </a:xfrm>
        </p:spPr>
        <p:txBody>
          <a:bodyPr/>
          <a:lstStyle/>
          <a:p>
            <a:r>
              <a:rPr lang="en-US"/>
              <a:t>T</a:t>
            </a:r>
            <a:r>
              <a:rPr lang="vi-VN"/>
              <a:t>ruy cập thông tin về vị trí hiện tại.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599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1562C-EC9F-2CAA-ECB3-211BC2577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useLocation()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4CAA0-223E-417F-4EEE-82AC96979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const location = useLocation();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C958B0-E6BC-A1EB-EE54-0F6EE1B8D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234" y="2816614"/>
            <a:ext cx="7019532" cy="238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472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3566-8416-D301-2D60-488A8EFE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useMatch()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ADE36-C4A1-0BA1-520C-06B859CD3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34072"/>
            <a:ext cx="10058400" cy="3835021"/>
          </a:xfrm>
        </p:spPr>
        <p:txBody>
          <a:bodyPr/>
          <a:lstStyle/>
          <a:p>
            <a:r>
              <a:rPr lang="en-US"/>
              <a:t>Kiểm tra xem đường dẫn hiện tại có khớp với đường dẫn mẫu đã cho trước hay không?</a:t>
            </a:r>
          </a:p>
          <a:p>
            <a:r>
              <a:rPr lang="en-US"/>
              <a:t>Nếu khớp thì trả về thông tin của đường dẫn</a:t>
            </a:r>
          </a:p>
          <a:p>
            <a:r>
              <a:rPr lang="en-US"/>
              <a:t>Nếu không khớp thì trả về null</a:t>
            </a:r>
          </a:p>
        </p:txBody>
      </p:sp>
    </p:spTree>
    <p:extLst>
      <p:ext uri="{BB962C8B-B14F-4D97-AF65-F5344CB8AC3E}">
        <p14:creationId xmlns:p14="http://schemas.microsoft.com/office/powerpoint/2010/main" val="33762051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042F6-E846-5124-21A6-5D9AC7BF4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useMatch()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461BA0-A9D5-8712-0FA3-0EA728D94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8887" y="3377367"/>
            <a:ext cx="4214225" cy="123454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6C238C-A6C5-024B-713D-C64539C604BC}"/>
              </a:ext>
            </a:extLst>
          </p:cNvPr>
          <p:cNvSpPr txBox="1"/>
          <p:nvPr/>
        </p:nvSpPr>
        <p:spPr>
          <a:xfrm>
            <a:off x="1598645" y="2234198"/>
            <a:ext cx="8994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useMatch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'/products/:id'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663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E9705-4631-CAC9-65D3-C15EE7543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useMatch()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67513-0C6C-AF5D-FC20-5CE10C3D0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3044" y="2340257"/>
            <a:ext cx="6245912" cy="402336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ProductDetails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useMatch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'/productsa/:id'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navigate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useNavigate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navigate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'/error'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Product id: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9973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FF2A6-7EA7-C715-9078-61D3434E3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useParams()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DC82D5-1EE5-B138-8C82-1A551CB63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1461" y="1958230"/>
            <a:ext cx="9190038" cy="4022725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ProductDetails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useMatch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'/productsa/:id'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navigate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useNavigate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navigate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'/error'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Product id: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56135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7736B-D50A-1694-854F-DFEDEB4E76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Thank You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9843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398</TotalTime>
  <Words>4925</Words>
  <Application>Microsoft Office PowerPoint</Application>
  <PresentationFormat>Widescreen</PresentationFormat>
  <Paragraphs>865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8" baseType="lpstr">
      <vt:lpstr>Arial</vt:lpstr>
      <vt:lpstr>Calibri</vt:lpstr>
      <vt:lpstr>Calibri Light</vt:lpstr>
      <vt:lpstr>Consolas</vt:lpstr>
      <vt:lpstr>Times New Roman</vt:lpstr>
      <vt:lpstr>Retrospect</vt:lpstr>
      <vt:lpstr>Frontend React</vt:lpstr>
      <vt:lpstr>Tại sao cần phải sử dụng React?</vt:lpstr>
      <vt:lpstr>React là gì?</vt:lpstr>
      <vt:lpstr>MPA &amp; SPA</vt:lpstr>
      <vt:lpstr>React Running Tools</vt:lpstr>
      <vt:lpstr>Các phiên bản của React</vt:lpstr>
      <vt:lpstr>DOM</vt:lpstr>
      <vt:lpstr>DOM Element</vt:lpstr>
      <vt:lpstr>React Element</vt:lpstr>
      <vt:lpstr>React-DOM</vt:lpstr>
      <vt:lpstr>Tại sao lại có React DOM?</vt:lpstr>
      <vt:lpstr>PowerPoint Presentation</vt:lpstr>
      <vt:lpstr>JSX là gì?</vt:lpstr>
      <vt:lpstr>JSX to JS</vt:lpstr>
      <vt:lpstr>PowerPoint Presentation</vt:lpstr>
      <vt:lpstr>create-react-app</vt:lpstr>
      <vt:lpstr>React Component</vt:lpstr>
      <vt:lpstr>Function Component</vt:lpstr>
      <vt:lpstr>Class Component</vt:lpstr>
      <vt:lpstr>Props</vt:lpstr>
      <vt:lpstr>Props in Function Component</vt:lpstr>
      <vt:lpstr>Props in Function Component</vt:lpstr>
      <vt:lpstr>Props In Class Component</vt:lpstr>
      <vt:lpstr>Props giúp tăng khả năng tái sử dụng Component</vt:lpstr>
      <vt:lpstr>State Property</vt:lpstr>
      <vt:lpstr>State Property</vt:lpstr>
      <vt:lpstr>State Property</vt:lpstr>
      <vt:lpstr>State In Function Component</vt:lpstr>
      <vt:lpstr>State In Function Component</vt:lpstr>
      <vt:lpstr>One way binding</vt:lpstr>
      <vt:lpstr>Two way binding</vt:lpstr>
      <vt:lpstr>State &amp; Props</vt:lpstr>
      <vt:lpstr>Composition</vt:lpstr>
      <vt:lpstr>Fragment</vt:lpstr>
      <vt:lpstr>Fragment</vt:lpstr>
      <vt:lpstr>Fragment</vt:lpstr>
      <vt:lpstr>Fragment</vt:lpstr>
      <vt:lpstr>Event</vt:lpstr>
      <vt:lpstr>Event</vt:lpstr>
      <vt:lpstr>Event</vt:lpstr>
      <vt:lpstr>Event</vt:lpstr>
      <vt:lpstr>Event</vt:lpstr>
      <vt:lpstr>Event</vt:lpstr>
      <vt:lpstr>map() method</vt:lpstr>
      <vt:lpstr>map() method</vt:lpstr>
      <vt:lpstr>map() method</vt:lpstr>
      <vt:lpstr>Render Có điều kiện</vt:lpstr>
      <vt:lpstr>Render có điều kiện</vt:lpstr>
      <vt:lpstr>Render có điều kiện</vt:lpstr>
      <vt:lpstr>Render có điều kiện</vt:lpstr>
      <vt:lpstr>Truyền dữ liệu giữa các component</vt:lpstr>
      <vt:lpstr>Truyền dữ liệu giữa các component</vt:lpstr>
      <vt:lpstr>Truyền dữ liệu giữa các component</vt:lpstr>
      <vt:lpstr>Truyền dữ liệu giữa các component</vt:lpstr>
      <vt:lpstr>Context</vt:lpstr>
      <vt:lpstr>Router</vt:lpstr>
      <vt:lpstr>Router</vt:lpstr>
      <vt:lpstr>Outlet</vt:lpstr>
      <vt:lpstr>Nested Route</vt:lpstr>
      <vt:lpstr>Error Page</vt:lpstr>
      <vt:lpstr>NavLink</vt:lpstr>
      <vt:lpstr>Route Hook</vt:lpstr>
      <vt:lpstr>useNavigate()</vt:lpstr>
      <vt:lpstr>useNavigate()</vt:lpstr>
      <vt:lpstr>useNavigate()</vt:lpstr>
      <vt:lpstr>useLocation()</vt:lpstr>
      <vt:lpstr>useLocation()</vt:lpstr>
      <vt:lpstr>useMatch()</vt:lpstr>
      <vt:lpstr>useMatch()</vt:lpstr>
      <vt:lpstr>useMatch()</vt:lpstr>
      <vt:lpstr>useParams()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Frontend React</dc:title>
  <dc:creator>Thanh Tâm Nguyễn</dc:creator>
  <cp:lastModifiedBy>Thanh Tâm Nguyễn</cp:lastModifiedBy>
  <cp:revision>6</cp:revision>
  <dcterms:created xsi:type="dcterms:W3CDTF">2023-08-23T10:36:45Z</dcterms:created>
  <dcterms:modified xsi:type="dcterms:W3CDTF">2023-08-23T17:16:58Z</dcterms:modified>
</cp:coreProperties>
</file>